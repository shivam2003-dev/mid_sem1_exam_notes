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4" r:id="rId6"/>
    <p:sldMasterId id="214748367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</p:sldIdLst>
  <p:sldSz cy="3460750" cx="4610100"/>
  <p:notesSz cx="4610100" cy="3460750"/>
  <p:embeddedFontLst>
    <p:embeddedFont>
      <p:font typeface="Tahoma"/>
      <p:regular r:id="rId56"/>
      <p:bold r:id="rId57"/>
    </p:embeddedFont>
    <p:embeddedFont>
      <p:font typeface="Cambria Math"/>
      <p:regular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59" roundtripDataSignature="AMtx7mgEPCxKCRSesyTCRHittjguCj3R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02B85F-AE40-4370-A810-ECA8604EEE6A}">
  <a:tblStyle styleId="{C802B85F-AE40-4370-A810-ECA8604EEE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font" Target="fonts/Tahoma-bold.fntdata"/><Relationship Id="rId12" Type="http://schemas.openxmlformats.org/officeDocument/2006/relationships/slide" Target="slides/slide4.xml"/><Relationship Id="rId56" Type="http://schemas.openxmlformats.org/officeDocument/2006/relationships/font" Target="fonts/Tahoma-regular.fntdata"/><Relationship Id="rId15" Type="http://schemas.openxmlformats.org/officeDocument/2006/relationships/slide" Target="slides/slide7.xml"/><Relationship Id="rId59" Type="http://customschemas.google.com/relationships/presentationmetadata" Target="metadata"/><Relationship Id="rId14" Type="http://schemas.openxmlformats.org/officeDocument/2006/relationships/slide" Target="slides/slide6.xml"/><Relationship Id="rId58" Type="http://schemas.openxmlformats.org/officeDocument/2006/relationships/font" Target="fonts/CambriaMath-regular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997075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611438" y="0"/>
            <a:ext cx="1997075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3287713"/>
            <a:ext cx="1997075" cy="173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5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6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7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8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8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9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0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1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1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2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3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3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4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5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6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6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7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7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8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8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9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9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0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0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1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1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2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2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3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3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4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4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5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5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6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6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7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7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8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8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9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9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0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0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1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1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2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2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3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3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4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4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5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5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6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6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7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7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8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8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9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9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0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40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1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1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2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2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3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3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4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44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5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45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6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46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7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47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8:notes"/>
          <p:cNvSpPr txBox="1"/>
          <p:nvPr>
            <p:ph idx="1" type="body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48:notes"/>
          <p:cNvSpPr/>
          <p:nvPr>
            <p:ph idx="2" type="sldImg"/>
          </p:nvPr>
        </p:nvSpPr>
        <p:spPr>
          <a:xfrm>
            <a:off x="1527175" y="433388"/>
            <a:ext cx="1555750" cy="1166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g"/><Relationship Id="rId3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Relationship Id="rId3" Type="http://schemas.openxmlformats.org/officeDocument/2006/relationships/image" Target="../media/image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2018" y="14"/>
            <a:ext cx="4319985" cy="345598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0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0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0"/>
          <p:cNvSpPr txBox="1"/>
          <p:nvPr>
            <p:ph idx="12" type="sldNum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1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" type="body"/>
          </p:nvPr>
        </p:nvSpPr>
        <p:spPr>
          <a:xfrm>
            <a:off x="396557" y="623886"/>
            <a:ext cx="3902710" cy="2370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1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1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1"/>
          <p:cNvSpPr txBox="1"/>
          <p:nvPr>
            <p:ph idx="12" type="sldNum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6"/>
          <p:cNvSpPr txBox="1"/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6"/>
          <p:cNvSpPr txBox="1"/>
          <p:nvPr>
            <p:ph idx="1" type="subTitle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6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6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6"/>
          <p:cNvSpPr txBox="1"/>
          <p:nvPr>
            <p:ph idx="12" type="sldNum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7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7"/>
          <p:cNvSpPr txBox="1"/>
          <p:nvPr>
            <p:ph idx="1" type="body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7"/>
          <p:cNvSpPr txBox="1"/>
          <p:nvPr>
            <p:ph idx="2" type="body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7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7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7"/>
          <p:cNvSpPr txBox="1"/>
          <p:nvPr>
            <p:ph idx="12" type="sldNum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8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8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8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8"/>
          <p:cNvSpPr txBox="1"/>
          <p:nvPr>
            <p:ph idx="12" type="sldNum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3"/>
          <p:cNvSpPr txBox="1"/>
          <p:nvPr>
            <p:ph idx="1" type="body"/>
          </p:nvPr>
        </p:nvSpPr>
        <p:spPr>
          <a:xfrm>
            <a:off x="153670" y="753835"/>
            <a:ext cx="4149090" cy="228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42"/>
              </a:spcBef>
              <a:spcAft>
                <a:spcPts val="0"/>
              </a:spcAft>
              <a:buClr>
                <a:srgbClr val="101141"/>
              </a:buClr>
              <a:buSzPts val="1210"/>
              <a:buFont typeface="Arial"/>
              <a:buNone/>
              <a:defRPr sz="1210">
                <a:latin typeface="Arial"/>
                <a:ea typeface="Arial"/>
                <a:cs typeface="Arial"/>
                <a:sym typeface="Arial"/>
              </a:defRPr>
            </a:lvl1pPr>
            <a:lvl2pPr indent="-279844" lvl="1" marL="914400" marR="0" algn="l">
              <a:lnSpc>
                <a:spcPct val="100000"/>
              </a:lnSpc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Font typeface="Arial"/>
              <a:buChar char="–"/>
              <a:defRPr sz="807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69" name="Google Shape;69;p53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 sz="555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53"/>
          <p:cNvGrpSpPr/>
          <p:nvPr/>
        </p:nvGrpSpPr>
        <p:grpSpPr>
          <a:xfrm>
            <a:off x="1050627" y="3305663"/>
            <a:ext cx="3559473" cy="24558"/>
            <a:chOff x="2083888" y="6550671"/>
            <a:chExt cx="7060112" cy="48665"/>
          </a:xfrm>
        </p:grpSpPr>
        <p:sp>
          <p:nvSpPr>
            <p:cNvPr id="71" name="Google Shape;71;p53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2" name="Google Shape;72;p5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3" name="Google Shape;73;p53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74" name="Google Shape;74;p53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53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76" name="Google Shape;76;p5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7" name="Google Shape;77;p5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8" name="Google Shape;78;p5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79" name="Google Shape;79;p53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80" name="Google Shape;80;p5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81" name="Google Shape;81;p5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82" name="Google Shape;82;p5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83" name="Google Shape;83;p53"/>
          <p:cNvSpPr txBox="1"/>
          <p:nvPr>
            <p:ph idx="2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9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9"/>
          <p:cNvSpPr/>
          <p:nvPr/>
        </p:nvSpPr>
        <p:spPr>
          <a:xfrm>
            <a:off x="2401" y="0"/>
            <a:ext cx="4607700" cy="2307167"/>
          </a:xfrm>
          <a:custGeom>
            <a:rect b="b" l="l" r="r" t="t"/>
            <a:pathLst>
              <a:path extrusionOk="0" h="4572001" w="9139239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9"/>
          <p:cNvSpPr txBox="1"/>
          <p:nvPr>
            <p:ph type="ctrTitle"/>
          </p:nvPr>
        </p:nvSpPr>
        <p:spPr>
          <a:xfrm>
            <a:off x="172879" y="2503032"/>
            <a:ext cx="2938939" cy="738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218"/>
              <a:buFont typeface="Twentieth Century"/>
              <a:buNone/>
              <a:defRPr sz="221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9"/>
          <p:cNvSpPr txBox="1"/>
          <p:nvPr>
            <p:ph idx="1" type="subTitle"/>
          </p:nvPr>
        </p:nvSpPr>
        <p:spPr>
          <a:xfrm>
            <a:off x="3255883" y="2503032"/>
            <a:ext cx="1210151" cy="738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7"/>
              <a:buNone/>
              <a:defRPr sz="807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807"/>
              <a:buNone/>
              <a:defRPr sz="807"/>
            </a:lvl2pPr>
            <a:lvl3pPr lvl="2" algn="ctr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sz="807"/>
            </a:lvl3pPr>
            <a:lvl4pPr lvl="3" algn="ctr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sz="807"/>
            </a:lvl4pPr>
            <a:lvl5pPr lvl="4" algn="ctr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sz="807"/>
            </a:lvl5pPr>
            <a:lvl6pPr lvl="5" algn="ctr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sz="807"/>
            </a:lvl6pPr>
            <a:lvl7pPr lvl="6" algn="ctr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sz="807"/>
            </a:lvl7pPr>
            <a:lvl8pPr lvl="7" algn="ctr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sz="807"/>
            </a:lvl8pPr>
            <a:lvl9pPr lvl="8" algn="ctr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807"/>
              <a:buNone/>
              <a:defRPr sz="807"/>
            </a:lvl9pPr>
          </a:lstStyle>
          <a:p/>
        </p:txBody>
      </p:sp>
      <p:sp>
        <p:nvSpPr>
          <p:cNvPr id="89" name="Google Shape;89;p59"/>
          <p:cNvSpPr txBox="1"/>
          <p:nvPr>
            <p:ph idx="10" type="dt"/>
          </p:nvPr>
        </p:nvSpPr>
        <p:spPr>
          <a:xfrm>
            <a:off x="387249" y="3265309"/>
            <a:ext cx="814535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9"/>
          <p:cNvSpPr txBox="1"/>
          <p:nvPr>
            <p:ph idx="11" type="ftr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9"/>
          <p:cNvSpPr txBox="1"/>
          <p:nvPr>
            <p:ph idx="12" type="sldNum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l">
              <a:spcBef>
                <a:spcPts val="0"/>
              </a:spcBef>
              <a:buNone/>
              <a:defRPr/>
            </a:lvl1pPr>
            <a:lvl2pPr indent="0" lvl="1" algn="l">
              <a:spcBef>
                <a:spcPts val="0"/>
              </a:spcBef>
              <a:buNone/>
              <a:defRPr/>
            </a:lvl2pPr>
            <a:lvl3pPr indent="0" lvl="2" algn="l">
              <a:spcBef>
                <a:spcPts val="0"/>
              </a:spcBef>
              <a:buNone/>
              <a:defRPr/>
            </a:lvl3pPr>
            <a:lvl4pPr indent="0" lvl="3" algn="l">
              <a:spcBef>
                <a:spcPts val="0"/>
              </a:spcBef>
              <a:buNone/>
              <a:defRPr/>
            </a:lvl4pPr>
            <a:lvl5pPr indent="0" lvl="4" algn="l">
              <a:spcBef>
                <a:spcPts val="0"/>
              </a:spcBef>
              <a:buNone/>
              <a:defRPr/>
            </a:lvl5pPr>
            <a:lvl6pPr indent="0" lvl="5" algn="l">
              <a:spcBef>
                <a:spcPts val="0"/>
              </a:spcBef>
              <a:buNone/>
              <a:defRPr/>
            </a:lvl6pPr>
            <a:lvl7pPr indent="0" lvl="6" algn="l">
              <a:spcBef>
                <a:spcPts val="0"/>
              </a:spcBef>
              <a:buNone/>
              <a:defRPr/>
            </a:lvl7pPr>
            <a:lvl8pPr indent="0" lvl="7" algn="l">
              <a:spcBef>
                <a:spcPts val="0"/>
              </a:spcBef>
              <a:buNone/>
              <a:defRPr/>
            </a:lvl8pPr>
            <a:lvl9pPr indent="0" lvl="8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92" name="Google Shape;92;p59"/>
          <p:cNvCxnSpPr/>
          <p:nvPr/>
        </p:nvCxnSpPr>
        <p:spPr>
          <a:xfrm rot="10800000">
            <a:off x="3171275" y="2656424"/>
            <a:ext cx="0" cy="461433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0"/>
          <p:cNvSpPr txBox="1"/>
          <p:nvPr>
            <p:ph type="title"/>
          </p:nvPr>
        </p:nvSpPr>
        <p:spPr>
          <a:xfrm>
            <a:off x="387249" y="295317"/>
            <a:ext cx="3675402" cy="756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0"/>
          <p:cNvSpPr txBox="1"/>
          <p:nvPr>
            <p:ph idx="1" type="body"/>
          </p:nvPr>
        </p:nvSpPr>
        <p:spPr>
          <a:xfrm>
            <a:off x="387249" y="1153583"/>
            <a:ext cx="3675403" cy="203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96" name="Google Shape;96;p60"/>
          <p:cNvSpPr txBox="1"/>
          <p:nvPr>
            <p:ph idx="10" type="dt"/>
          </p:nvPr>
        </p:nvSpPr>
        <p:spPr>
          <a:xfrm>
            <a:off x="387249" y="3265309"/>
            <a:ext cx="814535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0"/>
          <p:cNvSpPr txBox="1"/>
          <p:nvPr>
            <p:ph idx="11" type="ftr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0"/>
          <p:cNvSpPr txBox="1"/>
          <p:nvPr>
            <p:ph idx="12" type="sldNum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l">
              <a:spcBef>
                <a:spcPts val="0"/>
              </a:spcBef>
              <a:buNone/>
              <a:defRPr/>
            </a:lvl1pPr>
            <a:lvl2pPr indent="0" lvl="1" algn="l">
              <a:spcBef>
                <a:spcPts val="0"/>
              </a:spcBef>
              <a:buNone/>
              <a:defRPr/>
            </a:lvl2pPr>
            <a:lvl3pPr indent="0" lvl="2" algn="l">
              <a:spcBef>
                <a:spcPts val="0"/>
              </a:spcBef>
              <a:buNone/>
              <a:defRPr/>
            </a:lvl3pPr>
            <a:lvl4pPr indent="0" lvl="3" algn="l">
              <a:spcBef>
                <a:spcPts val="0"/>
              </a:spcBef>
              <a:buNone/>
              <a:defRPr/>
            </a:lvl4pPr>
            <a:lvl5pPr indent="0" lvl="4" algn="l">
              <a:spcBef>
                <a:spcPts val="0"/>
              </a:spcBef>
              <a:buNone/>
              <a:defRPr/>
            </a:lvl5pPr>
            <a:lvl6pPr indent="0" lvl="5" algn="l">
              <a:spcBef>
                <a:spcPts val="0"/>
              </a:spcBef>
              <a:buNone/>
              <a:defRPr/>
            </a:lvl6pPr>
            <a:lvl7pPr indent="0" lvl="6" algn="l">
              <a:spcBef>
                <a:spcPts val="0"/>
              </a:spcBef>
              <a:buNone/>
              <a:defRPr/>
            </a:lvl7pPr>
            <a:lvl8pPr indent="0" lvl="7" algn="l">
              <a:spcBef>
                <a:spcPts val="0"/>
              </a:spcBef>
              <a:buNone/>
              <a:defRPr/>
            </a:lvl8pPr>
            <a:lvl9pPr indent="0" lvl="8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1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1"/>
          <p:cNvSpPr/>
          <p:nvPr/>
        </p:nvSpPr>
        <p:spPr>
          <a:xfrm>
            <a:off x="2401" y="0"/>
            <a:ext cx="4607700" cy="2307167"/>
          </a:xfrm>
          <a:custGeom>
            <a:rect b="b" l="l" r="r" t="t"/>
            <a:pathLst>
              <a:path extrusionOk="0" h="4572001" w="9139239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1"/>
          <p:cNvSpPr txBox="1"/>
          <p:nvPr>
            <p:ph type="title"/>
          </p:nvPr>
        </p:nvSpPr>
        <p:spPr>
          <a:xfrm>
            <a:off x="172879" y="2503032"/>
            <a:ext cx="2938939" cy="738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218"/>
              <a:buFont typeface="Twentieth Century"/>
              <a:buNone/>
              <a:defRPr b="0" sz="221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1"/>
          <p:cNvSpPr txBox="1"/>
          <p:nvPr>
            <p:ph idx="1" type="body"/>
          </p:nvPr>
        </p:nvSpPr>
        <p:spPr>
          <a:xfrm>
            <a:off x="3255883" y="2503032"/>
            <a:ext cx="1210151" cy="738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7"/>
              <a:buNone/>
              <a:defRPr sz="807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807"/>
              <a:buNone/>
              <a:defRPr sz="807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sz="807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706"/>
              <a:buNone/>
              <a:defRPr sz="706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706"/>
              <a:buNone/>
              <a:defRPr sz="706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706"/>
              <a:buNone/>
              <a:defRPr sz="706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706"/>
              <a:buNone/>
              <a:defRPr sz="706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706"/>
              <a:buNone/>
              <a:defRPr sz="706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706"/>
              <a:buNone/>
              <a:defRPr sz="706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61"/>
          <p:cNvSpPr txBox="1"/>
          <p:nvPr>
            <p:ph idx="10" type="dt"/>
          </p:nvPr>
        </p:nvSpPr>
        <p:spPr>
          <a:xfrm>
            <a:off x="387249" y="3265309"/>
            <a:ext cx="814535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61"/>
          <p:cNvSpPr txBox="1"/>
          <p:nvPr>
            <p:ph idx="11" type="ftr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1"/>
          <p:cNvSpPr txBox="1"/>
          <p:nvPr>
            <p:ph idx="12" type="sldNum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l">
              <a:spcBef>
                <a:spcPts val="0"/>
              </a:spcBef>
              <a:buNone/>
              <a:defRPr/>
            </a:lvl1pPr>
            <a:lvl2pPr indent="0" lvl="1" algn="l">
              <a:spcBef>
                <a:spcPts val="0"/>
              </a:spcBef>
              <a:buNone/>
              <a:defRPr/>
            </a:lvl2pPr>
            <a:lvl3pPr indent="0" lvl="2" algn="l">
              <a:spcBef>
                <a:spcPts val="0"/>
              </a:spcBef>
              <a:buNone/>
              <a:defRPr/>
            </a:lvl3pPr>
            <a:lvl4pPr indent="0" lvl="3" algn="l">
              <a:spcBef>
                <a:spcPts val="0"/>
              </a:spcBef>
              <a:buNone/>
              <a:defRPr/>
            </a:lvl4pPr>
            <a:lvl5pPr indent="0" lvl="4" algn="l">
              <a:spcBef>
                <a:spcPts val="0"/>
              </a:spcBef>
              <a:buNone/>
              <a:defRPr/>
            </a:lvl5pPr>
            <a:lvl6pPr indent="0" lvl="5" algn="l">
              <a:spcBef>
                <a:spcPts val="0"/>
              </a:spcBef>
              <a:buNone/>
              <a:defRPr/>
            </a:lvl6pPr>
            <a:lvl7pPr indent="0" lvl="6" algn="l">
              <a:spcBef>
                <a:spcPts val="0"/>
              </a:spcBef>
              <a:buNone/>
              <a:defRPr/>
            </a:lvl7pPr>
            <a:lvl8pPr indent="0" lvl="7" algn="l">
              <a:spcBef>
                <a:spcPts val="0"/>
              </a:spcBef>
              <a:buNone/>
              <a:defRPr/>
            </a:lvl8pPr>
            <a:lvl9pPr indent="0" lvl="8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07" name="Google Shape;107;p61"/>
          <p:cNvCxnSpPr/>
          <p:nvPr/>
        </p:nvCxnSpPr>
        <p:spPr>
          <a:xfrm rot="10800000">
            <a:off x="3171275" y="2656424"/>
            <a:ext cx="0" cy="461433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2"/>
          <p:cNvSpPr txBox="1"/>
          <p:nvPr>
            <p:ph type="title"/>
          </p:nvPr>
        </p:nvSpPr>
        <p:spPr>
          <a:xfrm>
            <a:off x="387249" y="295317"/>
            <a:ext cx="3675402" cy="756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2"/>
          <p:cNvSpPr txBox="1"/>
          <p:nvPr>
            <p:ph idx="1" type="body"/>
          </p:nvPr>
        </p:nvSpPr>
        <p:spPr>
          <a:xfrm>
            <a:off x="387248" y="1153583"/>
            <a:ext cx="1797939" cy="203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11" name="Google Shape;111;p62"/>
          <p:cNvSpPr txBox="1"/>
          <p:nvPr>
            <p:ph idx="2" type="body"/>
          </p:nvPr>
        </p:nvSpPr>
        <p:spPr>
          <a:xfrm>
            <a:off x="2264712" y="1153583"/>
            <a:ext cx="1797939" cy="203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12" name="Google Shape;112;p62"/>
          <p:cNvSpPr txBox="1"/>
          <p:nvPr>
            <p:ph idx="10" type="dt"/>
          </p:nvPr>
        </p:nvSpPr>
        <p:spPr>
          <a:xfrm>
            <a:off x="387249" y="3265309"/>
            <a:ext cx="814535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2"/>
          <p:cNvSpPr txBox="1"/>
          <p:nvPr>
            <p:ph idx="11" type="ftr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2"/>
          <p:cNvSpPr txBox="1"/>
          <p:nvPr>
            <p:ph idx="12" type="sldNum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l">
              <a:spcBef>
                <a:spcPts val="0"/>
              </a:spcBef>
              <a:buNone/>
              <a:defRPr/>
            </a:lvl1pPr>
            <a:lvl2pPr indent="0" lvl="1" algn="l">
              <a:spcBef>
                <a:spcPts val="0"/>
              </a:spcBef>
              <a:buNone/>
              <a:defRPr/>
            </a:lvl2pPr>
            <a:lvl3pPr indent="0" lvl="2" algn="l">
              <a:spcBef>
                <a:spcPts val="0"/>
              </a:spcBef>
              <a:buNone/>
              <a:defRPr/>
            </a:lvl3pPr>
            <a:lvl4pPr indent="0" lvl="3" algn="l">
              <a:spcBef>
                <a:spcPts val="0"/>
              </a:spcBef>
              <a:buNone/>
              <a:defRPr/>
            </a:lvl4pPr>
            <a:lvl5pPr indent="0" lvl="4" algn="l">
              <a:spcBef>
                <a:spcPts val="0"/>
              </a:spcBef>
              <a:buNone/>
              <a:defRPr/>
            </a:lvl5pPr>
            <a:lvl6pPr indent="0" lvl="5" algn="l">
              <a:spcBef>
                <a:spcPts val="0"/>
              </a:spcBef>
              <a:buNone/>
              <a:defRPr/>
            </a:lvl6pPr>
            <a:lvl7pPr indent="0" lvl="6" algn="l">
              <a:spcBef>
                <a:spcPts val="0"/>
              </a:spcBef>
              <a:buNone/>
              <a:defRPr/>
            </a:lvl7pPr>
            <a:lvl8pPr indent="0" lvl="7" algn="l">
              <a:spcBef>
                <a:spcPts val="0"/>
              </a:spcBef>
              <a:buNone/>
              <a:defRPr/>
            </a:lvl8pPr>
            <a:lvl9pPr indent="0" lvl="8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3"/>
          <p:cNvSpPr txBox="1"/>
          <p:nvPr>
            <p:ph type="title"/>
          </p:nvPr>
        </p:nvSpPr>
        <p:spPr>
          <a:xfrm>
            <a:off x="387249" y="295317"/>
            <a:ext cx="3675402" cy="756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3"/>
          <p:cNvSpPr txBox="1"/>
          <p:nvPr>
            <p:ph idx="1" type="body"/>
          </p:nvPr>
        </p:nvSpPr>
        <p:spPr>
          <a:xfrm>
            <a:off x="387248" y="1099909"/>
            <a:ext cx="1797939" cy="415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9"/>
              <a:buNone/>
              <a:defRPr b="0" sz="1109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008"/>
              <a:buNone/>
              <a:defRPr b="1" sz="1008"/>
            </a:lvl2pPr>
            <a:lvl3pPr indent="-2286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None/>
              <a:defRPr b="1" sz="908"/>
            </a:lvl3pPr>
            <a:lvl4pPr indent="-2286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4pPr>
            <a:lvl5pPr indent="-2286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5pPr>
            <a:lvl6pPr indent="-2286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6pPr>
            <a:lvl7pPr indent="-2286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7pPr>
            <a:lvl8pPr indent="-2286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8pPr>
            <a:lvl9pPr indent="-2286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807"/>
              <a:buNone/>
              <a:defRPr b="1" sz="807"/>
            </a:lvl9pPr>
          </a:lstStyle>
          <a:p/>
        </p:txBody>
      </p:sp>
      <p:sp>
        <p:nvSpPr>
          <p:cNvPr id="118" name="Google Shape;118;p63"/>
          <p:cNvSpPr txBox="1"/>
          <p:nvPr>
            <p:ph idx="2" type="body"/>
          </p:nvPr>
        </p:nvSpPr>
        <p:spPr>
          <a:xfrm>
            <a:off x="387248" y="1497634"/>
            <a:ext cx="1797939" cy="1686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19" name="Google Shape;119;p63"/>
          <p:cNvSpPr txBox="1"/>
          <p:nvPr>
            <p:ph idx="3" type="body"/>
          </p:nvPr>
        </p:nvSpPr>
        <p:spPr>
          <a:xfrm>
            <a:off x="2264712" y="1099909"/>
            <a:ext cx="1797939" cy="415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9"/>
              <a:buNone/>
              <a:defRPr b="0" sz="1109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008"/>
              <a:buNone/>
              <a:defRPr b="1" sz="1008"/>
            </a:lvl2pPr>
            <a:lvl3pPr indent="-2286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None/>
              <a:defRPr b="1" sz="908"/>
            </a:lvl3pPr>
            <a:lvl4pPr indent="-2286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4pPr>
            <a:lvl5pPr indent="-2286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5pPr>
            <a:lvl6pPr indent="-2286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6pPr>
            <a:lvl7pPr indent="-2286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7pPr>
            <a:lvl8pPr indent="-2286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8pPr>
            <a:lvl9pPr indent="-2286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807"/>
              <a:buNone/>
              <a:defRPr b="1" sz="807"/>
            </a:lvl9pPr>
          </a:lstStyle>
          <a:p/>
        </p:txBody>
      </p:sp>
      <p:sp>
        <p:nvSpPr>
          <p:cNvPr id="120" name="Google Shape;120;p63"/>
          <p:cNvSpPr txBox="1"/>
          <p:nvPr>
            <p:ph idx="4" type="body"/>
          </p:nvPr>
        </p:nvSpPr>
        <p:spPr>
          <a:xfrm>
            <a:off x="2264712" y="1497634"/>
            <a:ext cx="1797939" cy="1686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21" name="Google Shape;121;p63"/>
          <p:cNvSpPr txBox="1"/>
          <p:nvPr>
            <p:ph idx="10" type="dt"/>
          </p:nvPr>
        </p:nvSpPr>
        <p:spPr>
          <a:xfrm>
            <a:off x="387249" y="3265309"/>
            <a:ext cx="814535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3"/>
          <p:cNvSpPr txBox="1"/>
          <p:nvPr>
            <p:ph idx="11" type="ftr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3"/>
          <p:cNvSpPr txBox="1"/>
          <p:nvPr>
            <p:ph idx="12" type="sldNum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l">
              <a:spcBef>
                <a:spcPts val="0"/>
              </a:spcBef>
              <a:buNone/>
              <a:defRPr/>
            </a:lvl1pPr>
            <a:lvl2pPr indent="0" lvl="1" algn="l">
              <a:spcBef>
                <a:spcPts val="0"/>
              </a:spcBef>
              <a:buNone/>
              <a:defRPr/>
            </a:lvl2pPr>
            <a:lvl3pPr indent="0" lvl="2" algn="l">
              <a:spcBef>
                <a:spcPts val="0"/>
              </a:spcBef>
              <a:buNone/>
              <a:defRPr/>
            </a:lvl3pPr>
            <a:lvl4pPr indent="0" lvl="3" algn="l">
              <a:spcBef>
                <a:spcPts val="0"/>
              </a:spcBef>
              <a:buNone/>
              <a:defRPr/>
            </a:lvl4pPr>
            <a:lvl5pPr indent="0" lvl="4" algn="l">
              <a:spcBef>
                <a:spcPts val="0"/>
              </a:spcBef>
              <a:buNone/>
              <a:defRPr/>
            </a:lvl5pPr>
            <a:lvl6pPr indent="0" lvl="5" algn="l">
              <a:spcBef>
                <a:spcPts val="0"/>
              </a:spcBef>
              <a:buNone/>
              <a:defRPr/>
            </a:lvl6pPr>
            <a:lvl7pPr indent="0" lvl="6" algn="l">
              <a:spcBef>
                <a:spcPts val="0"/>
              </a:spcBef>
              <a:buNone/>
              <a:defRPr/>
            </a:lvl7pPr>
            <a:lvl8pPr indent="0" lvl="7" algn="l">
              <a:spcBef>
                <a:spcPts val="0"/>
              </a:spcBef>
              <a:buNone/>
              <a:defRPr/>
            </a:lvl8pPr>
            <a:lvl9pPr indent="0" lvl="8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4"/>
          <p:cNvSpPr txBox="1"/>
          <p:nvPr>
            <p:ph type="title"/>
          </p:nvPr>
        </p:nvSpPr>
        <p:spPr>
          <a:xfrm>
            <a:off x="387249" y="295317"/>
            <a:ext cx="3675402" cy="756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4"/>
          <p:cNvSpPr txBox="1"/>
          <p:nvPr>
            <p:ph idx="10" type="dt"/>
          </p:nvPr>
        </p:nvSpPr>
        <p:spPr>
          <a:xfrm>
            <a:off x="387249" y="3265309"/>
            <a:ext cx="814535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64"/>
          <p:cNvSpPr txBox="1"/>
          <p:nvPr>
            <p:ph idx="11" type="ftr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4"/>
          <p:cNvSpPr txBox="1"/>
          <p:nvPr>
            <p:ph idx="12" type="sldNum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l">
              <a:spcBef>
                <a:spcPts val="0"/>
              </a:spcBef>
              <a:buNone/>
              <a:defRPr/>
            </a:lvl1pPr>
            <a:lvl2pPr indent="0" lvl="1" algn="l">
              <a:spcBef>
                <a:spcPts val="0"/>
              </a:spcBef>
              <a:buNone/>
              <a:defRPr/>
            </a:lvl2pPr>
            <a:lvl3pPr indent="0" lvl="2" algn="l">
              <a:spcBef>
                <a:spcPts val="0"/>
              </a:spcBef>
              <a:buNone/>
              <a:defRPr/>
            </a:lvl3pPr>
            <a:lvl4pPr indent="0" lvl="3" algn="l">
              <a:spcBef>
                <a:spcPts val="0"/>
              </a:spcBef>
              <a:buNone/>
              <a:defRPr/>
            </a:lvl4pPr>
            <a:lvl5pPr indent="0" lvl="4" algn="l">
              <a:spcBef>
                <a:spcPts val="0"/>
              </a:spcBef>
              <a:buNone/>
              <a:defRPr/>
            </a:lvl5pPr>
            <a:lvl6pPr indent="0" lvl="5" algn="l">
              <a:spcBef>
                <a:spcPts val="0"/>
              </a:spcBef>
              <a:buNone/>
              <a:defRPr/>
            </a:lvl6pPr>
            <a:lvl7pPr indent="0" lvl="6" algn="l">
              <a:spcBef>
                <a:spcPts val="0"/>
              </a:spcBef>
              <a:buNone/>
              <a:defRPr/>
            </a:lvl7pPr>
            <a:lvl8pPr indent="0" lvl="7" algn="l">
              <a:spcBef>
                <a:spcPts val="0"/>
              </a:spcBef>
              <a:buNone/>
              <a:defRPr/>
            </a:lvl8pPr>
            <a:lvl9pPr indent="0" lvl="8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5"/>
          <p:cNvSpPr txBox="1"/>
          <p:nvPr>
            <p:ph idx="10" type="dt"/>
          </p:nvPr>
        </p:nvSpPr>
        <p:spPr>
          <a:xfrm>
            <a:off x="387249" y="3265309"/>
            <a:ext cx="814535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65"/>
          <p:cNvSpPr txBox="1"/>
          <p:nvPr>
            <p:ph idx="11" type="ftr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65"/>
          <p:cNvSpPr txBox="1"/>
          <p:nvPr>
            <p:ph idx="12" type="sldNum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l">
              <a:spcBef>
                <a:spcPts val="0"/>
              </a:spcBef>
              <a:buNone/>
              <a:defRPr/>
            </a:lvl1pPr>
            <a:lvl2pPr indent="0" lvl="1" algn="l">
              <a:spcBef>
                <a:spcPts val="0"/>
              </a:spcBef>
              <a:buNone/>
              <a:defRPr/>
            </a:lvl2pPr>
            <a:lvl3pPr indent="0" lvl="2" algn="l">
              <a:spcBef>
                <a:spcPts val="0"/>
              </a:spcBef>
              <a:buNone/>
              <a:defRPr/>
            </a:lvl3pPr>
            <a:lvl4pPr indent="0" lvl="3" algn="l">
              <a:spcBef>
                <a:spcPts val="0"/>
              </a:spcBef>
              <a:buNone/>
              <a:defRPr/>
            </a:lvl4pPr>
            <a:lvl5pPr indent="0" lvl="4" algn="l">
              <a:spcBef>
                <a:spcPts val="0"/>
              </a:spcBef>
              <a:buNone/>
              <a:defRPr/>
            </a:lvl5pPr>
            <a:lvl6pPr indent="0" lvl="5" algn="l">
              <a:spcBef>
                <a:spcPts val="0"/>
              </a:spcBef>
              <a:buNone/>
              <a:defRPr/>
            </a:lvl6pPr>
            <a:lvl7pPr indent="0" lvl="6" algn="l">
              <a:spcBef>
                <a:spcPts val="0"/>
              </a:spcBef>
              <a:buNone/>
              <a:defRPr/>
            </a:lvl7pPr>
            <a:lvl8pPr indent="0" lvl="7" algn="l">
              <a:spcBef>
                <a:spcPts val="0"/>
              </a:spcBef>
              <a:buNone/>
              <a:defRPr/>
            </a:lvl8pPr>
            <a:lvl9pPr indent="0" lvl="8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6"/>
          <p:cNvSpPr txBox="1"/>
          <p:nvPr>
            <p:ph type="title"/>
          </p:nvPr>
        </p:nvSpPr>
        <p:spPr>
          <a:xfrm>
            <a:off x="387248" y="237938"/>
            <a:ext cx="1659636" cy="8767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15"/>
              <a:buFont typeface="Twentieth Century"/>
              <a:buNone/>
              <a:defRPr sz="181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6"/>
          <p:cNvSpPr txBox="1"/>
          <p:nvPr>
            <p:ph idx="1" type="body"/>
          </p:nvPr>
        </p:nvSpPr>
        <p:spPr>
          <a:xfrm>
            <a:off x="2160984" y="415290"/>
            <a:ext cx="2147154" cy="2616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92608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008"/>
              <a:buChar char=" "/>
              <a:defRPr sz="1008"/>
            </a:lvl1pPr>
            <a:lvl2pPr indent="-279844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807"/>
              <a:buChar char="🢝"/>
              <a:defRPr sz="807"/>
            </a:lvl2pPr>
            <a:lvl3pPr indent="-267017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605"/>
              <a:buChar char="🢝"/>
              <a:defRPr sz="605"/>
            </a:lvl3pPr>
            <a:lvl4pPr indent="-267017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605"/>
              <a:buChar char="🢝"/>
              <a:defRPr sz="605"/>
            </a:lvl4pPr>
            <a:lvl5pPr indent="-267017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605"/>
              <a:buChar char="🢝"/>
              <a:defRPr sz="605"/>
            </a:lvl5pPr>
            <a:lvl6pPr indent="-267017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605"/>
              <a:buChar char="🢝"/>
              <a:defRPr sz="605"/>
            </a:lvl6pPr>
            <a:lvl7pPr indent="-267017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605"/>
              <a:buChar char="🢝"/>
              <a:defRPr sz="605"/>
            </a:lvl7pPr>
            <a:lvl8pPr indent="-267017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605"/>
              <a:buChar char="🢝"/>
              <a:defRPr sz="605"/>
            </a:lvl8pPr>
            <a:lvl9pPr indent="-267017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605"/>
              <a:buChar char="🢝"/>
              <a:defRPr sz="605"/>
            </a:lvl9pPr>
          </a:lstStyle>
          <a:p/>
        </p:txBody>
      </p:sp>
      <p:sp>
        <p:nvSpPr>
          <p:cNvPr id="136" name="Google Shape;136;p66"/>
          <p:cNvSpPr txBox="1"/>
          <p:nvPr>
            <p:ph idx="2" type="body"/>
          </p:nvPr>
        </p:nvSpPr>
        <p:spPr>
          <a:xfrm>
            <a:off x="387248" y="1139204"/>
            <a:ext cx="1659636" cy="1898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8000"/>
              </a:lnSpc>
              <a:spcBef>
                <a:spcPts val="303"/>
              </a:spcBef>
              <a:spcAft>
                <a:spcPts val="0"/>
              </a:spcAft>
              <a:buSzPts val="807"/>
              <a:buNone/>
              <a:defRPr sz="807"/>
            </a:lvl1pPr>
            <a:lvl2pPr indent="-2286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605"/>
              <a:buNone/>
              <a:defRPr sz="605"/>
            </a:lvl2pPr>
            <a:lvl3pPr indent="-2286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504"/>
              <a:buNone/>
              <a:defRPr sz="504"/>
            </a:lvl3pPr>
            <a:lvl4pPr indent="-2286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4pPr>
            <a:lvl5pPr indent="-2286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5pPr>
            <a:lvl6pPr indent="-2286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6pPr>
            <a:lvl7pPr indent="-2286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7pPr>
            <a:lvl8pPr indent="-2286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8pPr>
            <a:lvl9pPr indent="-2286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454"/>
              <a:buNone/>
              <a:defRPr sz="454"/>
            </a:lvl9pPr>
          </a:lstStyle>
          <a:p/>
        </p:txBody>
      </p:sp>
      <p:sp>
        <p:nvSpPr>
          <p:cNvPr id="137" name="Google Shape;137;p66"/>
          <p:cNvSpPr txBox="1"/>
          <p:nvPr>
            <p:ph idx="10" type="dt"/>
          </p:nvPr>
        </p:nvSpPr>
        <p:spPr>
          <a:xfrm>
            <a:off x="387249" y="3265309"/>
            <a:ext cx="814535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6"/>
          <p:cNvSpPr txBox="1"/>
          <p:nvPr>
            <p:ph idx="11" type="ftr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6"/>
          <p:cNvSpPr txBox="1"/>
          <p:nvPr>
            <p:ph idx="12" type="sldNum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l">
              <a:spcBef>
                <a:spcPts val="0"/>
              </a:spcBef>
              <a:buNone/>
              <a:defRPr/>
            </a:lvl1pPr>
            <a:lvl2pPr indent="0" lvl="1" algn="l">
              <a:spcBef>
                <a:spcPts val="0"/>
              </a:spcBef>
              <a:buNone/>
              <a:defRPr/>
            </a:lvl2pPr>
            <a:lvl3pPr indent="0" lvl="2" algn="l">
              <a:spcBef>
                <a:spcPts val="0"/>
              </a:spcBef>
              <a:buNone/>
              <a:defRPr/>
            </a:lvl3pPr>
            <a:lvl4pPr indent="0" lvl="3" algn="l">
              <a:spcBef>
                <a:spcPts val="0"/>
              </a:spcBef>
              <a:buNone/>
              <a:defRPr/>
            </a:lvl4pPr>
            <a:lvl5pPr indent="0" lvl="4" algn="l">
              <a:spcBef>
                <a:spcPts val="0"/>
              </a:spcBef>
              <a:buNone/>
              <a:defRPr/>
            </a:lvl5pPr>
            <a:lvl6pPr indent="0" lvl="5" algn="l">
              <a:spcBef>
                <a:spcPts val="0"/>
              </a:spcBef>
              <a:buNone/>
              <a:defRPr/>
            </a:lvl6pPr>
            <a:lvl7pPr indent="0" lvl="6" algn="l">
              <a:spcBef>
                <a:spcPts val="0"/>
              </a:spcBef>
              <a:buNone/>
              <a:defRPr/>
            </a:lvl7pPr>
            <a:lvl8pPr indent="0" lvl="7" algn="l">
              <a:spcBef>
                <a:spcPts val="0"/>
              </a:spcBef>
              <a:buNone/>
              <a:defRPr/>
            </a:lvl8pPr>
            <a:lvl9pPr indent="0" lvl="8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7"/>
          <p:cNvSpPr txBox="1"/>
          <p:nvPr>
            <p:ph type="title"/>
          </p:nvPr>
        </p:nvSpPr>
        <p:spPr>
          <a:xfrm>
            <a:off x="172879" y="2503033"/>
            <a:ext cx="2938939" cy="738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218"/>
              <a:buFont typeface="Twentieth Century"/>
              <a:buNone/>
              <a:defRPr sz="221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7"/>
          <p:cNvSpPr/>
          <p:nvPr>
            <p:ph idx="2" type="pic"/>
          </p:nvPr>
        </p:nvSpPr>
        <p:spPr>
          <a:xfrm>
            <a:off x="0" y="-1"/>
            <a:ext cx="4608947" cy="2307167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143" name="Google Shape;143;p67"/>
          <p:cNvSpPr txBox="1"/>
          <p:nvPr>
            <p:ph idx="1" type="body"/>
          </p:nvPr>
        </p:nvSpPr>
        <p:spPr>
          <a:xfrm>
            <a:off x="3255883" y="2503033"/>
            <a:ext cx="1210151" cy="738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7"/>
              <a:buNone/>
              <a:defRPr sz="807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529"/>
              <a:buNone/>
              <a:defRPr sz="529"/>
            </a:lvl2pPr>
            <a:lvl3pPr indent="-2286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3pPr>
            <a:lvl4pPr indent="-2286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378"/>
              <a:buNone/>
              <a:defRPr sz="378"/>
            </a:lvl4pPr>
            <a:lvl5pPr indent="-2286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378"/>
              <a:buNone/>
              <a:defRPr sz="378"/>
            </a:lvl5pPr>
            <a:lvl6pPr indent="-2286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378"/>
              <a:buNone/>
              <a:defRPr sz="378"/>
            </a:lvl6pPr>
            <a:lvl7pPr indent="-2286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378"/>
              <a:buNone/>
              <a:defRPr sz="378"/>
            </a:lvl7pPr>
            <a:lvl8pPr indent="-2286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378"/>
              <a:buNone/>
              <a:defRPr sz="378"/>
            </a:lvl8pPr>
            <a:lvl9pPr indent="-2286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378"/>
              <a:buNone/>
              <a:defRPr sz="378"/>
            </a:lvl9pPr>
          </a:lstStyle>
          <a:p/>
        </p:txBody>
      </p:sp>
      <p:sp>
        <p:nvSpPr>
          <p:cNvPr id="144" name="Google Shape;144;p67"/>
          <p:cNvSpPr txBox="1"/>
          <p:nvPr>
            <p:ph idx="10" type="dt"/>
          </p:nvPr>
        </p:nvSpPr>
        <p:spPr>
          <a:xfrm>
            <a:off x="387249" y="3265309"/>
            <a:ext cx="814535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7"/>
          <p:cNvSpPr txBox="1"/>
          <p:nvPr>
            <p:ph idx="11" type="ftr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7"/>
          <p:cNvSpPr txBox="1"/>
          <p:nvPr>
            <p:ph idx="12" type="sldNum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l">
              <a:spcBef>
                <a:spcPts val="0"/>
              </a:spcBef>
              <a:buNone/>
              <a:defRPr/>
            </a:lvl1pPr>
            <a:lvl2pPr indent="0" lvl="1" algn="l">
              <a:spcBef>
                <a:spcPts val="0"/>
              </a:spcBef>
              <a:buNone/>
              <a:defRPr/>
            </a:lvl2pPr>
            <a:lvl3pPr indent="0" lvl="2" algn="l">
              <a:spcBef>
                <a:spcPts val="0"/>
              </a:spcBef>
              <a:buNone/>
              <a:defRPr/>
            </a:lvl3pPr>
            <a:lvl4pPr indent="0" lvl="3" algn="l">
              <a:spcBef>
                <a:spcPts val="0"/>
              </a:spcBef>
              <a:buNone/>
              <a:defRPr/>
            </a:lvl4pPr>
            <a:lvl5pPr indent="0" lvl="4" algn="l">
              <a:spcBef>
                <a:spcPts val="0"/>
              </a:spcBef>
              <a:buNone/>
              <a:defRPr/>
            </a:lvl5pPr>
            <a:lvl6pPr indent="0" lvl="5" algn="l">
              <a:spcBef>
                <a:spcPts val="0"/>
              </a:spcBef>
              <a:buNone/>
              <a:defRPr/>
            </a:lvl6pPr>
            <a:lvl7pPr indent="0" lvl="6" algn="l">
              <a:spcBef>
                <a:spcPts val="0"/>
              </a:spcBef>
              <a:buNone/>
              <a:defRPr/>
            </a:lvl7pPr>
            <a:lvl8pPr indent="0" lvl="7" algn="l">
              <a:spcBef>
                <a:spcPts val="0"/>
              </a:spcBef>
              <a:buNone/>
              <a:defRPr/>
            </a:lvl8pPr>
            <a:lvl9pPr indent="0" lvl="8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47" name="Google Shape;147;p67"/>
          <p:cNvCxnSpPr/>
          <p:nvPr/>
        </p:nvCxnSpPr>
        <p:spPr>
          <a:xfrm rot="10800000">
            <a:off x="3171275" y="2656424"/>
            <a:ext cx="0" cy="461433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8"/>
          <p:cNvSpPr txBox="1"/>
          <p:nvPr>
            <p:ph type="title"/>
          </p:nvPr>
        </p:nvSpPr>
        <p:spPr>
          <a:xfrm>
            <a:off x="387249" y="295317"/>
            <a:ext cx="3675402" cy="756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68"/>
          <p:cNvSpPr txBox="1"/>
          <p:nvPr>
            <p:ph idx="1" type="body"/>
          </p:nvPr>
        </p:nvSpPr>
        <p:spPr>
          <a:xfrm rot="5400000">
            <a:off x="1209797" y="331035"/>
            <a:ext cx="2030307" cy="367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51" name="Google Shape;151;p68"/>
          <p:cNvSpPr txBox="1"/>
          <p:nvPr>
            <p:ph idx="10" type="dt"/>
          </p:nvPr>
        </p:nvSpPr>
        <p:spPr>
          <a:xfrm>
            <a:off x="387249" y="3265309"/>
            <a:ext cx="814535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68"/>
          <p:cNvSpPr txBox="1"/>
          <p:nvPr>
            <p:ph idx="11" type="ftr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68"/>
          <p:cNvSpPr txBox="1"/>
          <p:nvPr>
            <p:ph idx="12" type="sldNum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l">
              <a:spcBef>
                <a:spcPts val="0"/>
              </a:spcBef>
              <a:buNone/>
              <a:defRPr/>
            </a:lvl1pPr>
            <a:lvl2pPr indent="0" lvl="1" algn="l">
              <a:spcBef>
                <a:spcPts val="0"/>
              </a:spcBef>
              <a:buNone/>
              <a:defRPr/>
            </a:lvl2pPr>
            <a:lvl3pPr indent="0" lvl="2" algn="l">
              <a:spcBef>
                <a:spcPts val="0"/>
              </a:spcBef>
              <a:buNone/>
              <a:defRPr/>
            </a:lvl3pPr>
            <a:lvl4pPr indent="0" lvl="3" algn="l">
              <a:spcBef>
                <a:spcPts val="0"/>
              </a:spcBef>
              <a:buNone/>
              <a:defRPr/>
            </a:lvl4pPr>
            <a:lvl5pPr indent="0" lvl="4" algn="l">
              <a:spcBef>
                <a:spcPts val="0"/>
              </a:spcBef>
              <a:buNone/>
              <a:defRPr/>
            </a:lvl5pPr>
            <a:lvl6pPr indent="0" lvl="5" algn="l">
              <a:spcBef>
                <a:spcPts val="0"/>
              </a:spcBef>
              <a:buNone/>
              <a:defRPr/>
            </a:lvl6pPr>
            <a:lvl7pPr indent="0" lvl="6" algn="l">
              <a:spcBef>
                <a:spcPts val="0"/>
              </a:spcBef>
              <a:buNone/>
              <a:defRPr/>
            </a:lvl7pPr>
            <a:lvl8pPr indent="0" lvl="7" algn="l">
              <a:spcBef>
                <a:spcPts val="0"/>
              </a:spcBef>
              <a:buNone/>
              <a:defRPr/>
            </a:lvl8pPr>
            <a:lvl9pPr indent="0" lvl="8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9"/>
          <p:cNvSpPr txBox="1"/>
          <p:nvPr>
            <p:ph type="title"/>
          </p:nvPr>
        </p:nvSpPr>
        <p:spPr>
          <a:xfrm rot="5400000">
            <a:off x="2431056" y="1252575"/>
            <a:ext cx="2730147" cy="994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69"/>
          <p:cNvSpPr txBox="1"/>
          <p:nvPr>
            <p:ph idx="1" type="body"/>
          </p:nvPr>
        </p:nvSpPr>
        <p:spPr>
          <a:xfrm rot="5400000">
            <a:off x="442950" y="316148"/>
            <a:ext cx="2730147" cy="2866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57" name="Google Shape;157;p69"/>
          <p:cNvSpPr txBox="1"/>
          <p:nvPr>
            <p:ph idx="10" type="dt"/>
          </p:nvPr>
        </p:nvSpPr>
        <p:spPr>
          <a:xfrm>
            <a:off x="387249" y="3265309"/>
            <a:ext cx="814535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69"/>
          <p:cNvSpPr txBox="1"/>
          <p:nvPr>
            <p:ph idx="11" type="ftr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69"/>
          <p:cNvSpPr txBox="1"/>
          <p:nvPr>
            <p:ph idx="12" type="sldNum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l">
              <a:spcBef>
                <a:spcPts val="0"/>
              </a:spcBef>
              <a:buNone/>
              <a:defRPr/>
            </a:lvl1pPr>
            <a:lvl2pPr indent="0" lvl="1" algn="l">
              <a:spcBef>
                <a:spcPts val="0"/>
              </a:spcBef>
              <a:buNone/>
              <a:defRPr/>
            </a:lvl2pPr>
            <a:lvl3pPr indent="0" lvl="2" algn="l">
              <a:spcBef>
                <a:spcPts val="0"/>
              </a:spcBef>
              <a:buNone/>
              <a:defRPr/>
            </a:lvl3pPr>
            <a:lvl4pPr indent="0" lvl="3" algn="l">
              <a:spcBef>
                <a:spcPts val="0"/>
              </a:spcBef>
              <a:buNone/>
              <a:defRPr/>
            </a:lvl4pPr>
            <a:lvl5pPr indent="0" lvl="4" algn="l">
              <a:spcBef>
                <a:spcPts val="0"/>
              </a:spcBef>
              <a:buNone/>
              <a:defRPr/>
            </a:lvl5pPr>
            <a:lvl6pPr indent="0" lvl="5" algn="l">
              <a:spcBef>
                <a:spcPts val="0"/>
              </a:spcBef>
              <a:buNone/>
              <a:defRPr/>
            </a:lvl6pPr>
            <a:lvl7pPr indent="0" lvl="6" algn="l">
              <a:spcBef>
                <a:spcPts val="0"/>
              </a:spcBef>
              <a:buNone/>
              <a:defRPr/>
            </a:lvl7pPr>
            <a:lvl8pPr indent="0" lvl="7" algn="l">
              <a:spcBef>
                <a:spcPts val="0"/>
              </a:spcBef>
              <a:buNone/>
              <a:defRPr/>
            </a:lvl8pPr>
            <a:lvl9pPr indent="0" lvl="8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60" name="Google Shape;160;p69"/>
          <p:cNvCxnSpPr/>
          <p:nvPr/>
        </p:nvCxnSpPr>
        <p:spPr>
          <a:xfrm rot="10800000">
            <a:off x="3803333" y="87744"/>
            <a:ext cx="0" cy="345758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0"/>
          <p:cNvSpPr/>
          <p:nvPr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0"/>
          <p:cNvSpPr/>
          <p:nvPr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64" name="Google Shape;164;p70"/>
          <p:cNvSpPr/>
          <p:nvPr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65" name="Google Shape;165;p70"/>
          <p:cNvSpPr/>
          <p:nvPr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66" name="Google Shape;166;p70"/>
          <p:cNvSpPr txBox="1"/>
          <p:nvPr>
            <p:ph idx="1" type="body"/>
          </p:nvPr>
        </p:nvSpPr>
        <p:spPr>
          <a:xfrm>
            <a:off x="1267777" y="2730147"/>
            <a:ext cx="3034983" cy="2691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8"/>
              <a:buNone/>
              <a:defRPr sz="908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67" name="Google Shape;167;p70"/>
          <p:cNvSpPr txBox="1"/>
          <p:nvPr>
            <p:ph type="title"/>
          </p:nvPr>
        </p:nvSpPr>
        <p:spPr>
          <a:xfrm>
            <a:off x="1267777" y="1922639"/>
            <a:ext cx="3034983" cy="769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93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18"/>
              <a:buFont typeface="Twentieth Century"/>
              <a:buNone/>
              <a:defRPr sz="221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BITS_university_logo_whitevert.png" id="168" name="Google Shape;168;p70"/>
          <p:cNvPicPr preferRelativeResize="0"/>
          <p:nvPr/>
        </p:nvPicPr>
        <p:blipFill rotWithShape="1">
          <a:blip r:embed="rId3">
            <a:alphaModFix/>
          </a:blip>
          <a:srcRect b="28592" l="0" r="0" t="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70"/>
          <p:cNvSpPr txBox="1"/>
          <p:nvPr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6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IN" sz="146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6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0"/>
          <p:cNvSpPr txBox="1"/>
          <p:nvPr/>
        </p:nvSpPr>
        <p:spPr>
          <a:xfrm>
            <a:off x="76835" y="2859535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Hyderabad </a:t>
            </a:r>
            <a:r>
              <a:rPr lang="en-IN" sz="6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Campus</a:t>
            </a:r>
            <a:endParaRPr sz="6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1"/>
          <p:cNvSpPr/>
          <p:nvPr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1"/>
          <p:cNvSpPr/>
          <p:nvPr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74" name="Google Shape;174;p71"/>
          <p:cNvSpPr/>
          <p:nvPr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75" name="Google Shape;175;p71"/>
          <p:cNvSpPr/>
          <p:nvPr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descr="BITS_university_logo_whitevert.png" id="176" name="Google Shape;176;p71"/>
          <p:cNvPicPr preferRelativeResize="0"/>
          <p:nvPr/>
        </p:nvPicPr>
        <p:blipFill rotWithShape="1">
          <a:blip r:embed="rId3">
            <a:alphaModFix/>
          </a:blip>
          <a:srcRect b="28592" l="0" r="0" t="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1"/>
          <p:cNvSpPr txBox="1"/>
          <p:nvPr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6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IN" sz="146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6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1"/>
          <p:cNvSpPr txBox="1"/>
          <p:nvPr/>
        </p:nvSpPr>
        <p:spPr>
          <a:xfrm>
            <a:off x="76835" y="2859535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Hyderabad </a:t>
            </a:r>
            <a:r>
              <a:rPr lang="en-IN" sz="6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Campus</a:t>
            </a:r>
            <a:endParaRPr sz="6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1"/>
          <p:cNvSpPr txBox="1"/>
          <p:nvPr>
            <p:ph type="title"/>
          </p:nvPr>
        </p:nvSpPr>
        <p:spPr>
          <a:xfrm>
            <a:off x="1267777" y="1922639"/>
            <a:ext cx="3034983" cy="769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93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18"/>
              <a:buFont typeface="Twentieth Century"/>
              <a:buNone/>
              <a:defRPr sz="221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Server\D\jyoti\FI023_BITS_v1\styleguide img\IMG_5627_b.jpg" id="181" name="Google Shape;181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2"/>
          <p:cNvSpPr/>
          <p:nvPr/>
        </p:nvSpPr>
        <p:spPr>
          <a:xfrm>
            <a:off x="0" y="2160916"/>
            <a:ext cx="4610100" cy="129983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2700">
              <a:srgbClr val="0000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descr="Picture 7.png" id="183" name="Google Shape;183;p72"/>
          <p:cNvPicPr preferRelativeResize="0"/>
          <p:nvPr/>
        </p:nvPicPr>
        <p:blipFill rotWithShape="1">
          <a:blip r:embed="rId3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2"/>
          <p:cNvSpPr txBox="1"/>
          <p:nvPr>
            <p:ph idx="1" type="body"/>
          </p:nvPr>
        </p:nvSpPr>
        <p:spPr>
          <a:xfrm>
            <a:off x="153670" y="2345620"/>
            <a:ext cx="4264343" cy="807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5007"/>
              </a:lnSpc>
              <a:spcBef>
                <a:spcPts val="0"/>
              </a:spcBef>
              <a:spcAft>
                <a:spcPts val="0"/>
              </a:spcAft>
              <a:buSzPts val="2017"/>
              <a:buNone/>
              <a:defRPr b="1" sz="2017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85" name="Google Shape;185;p72"/>
          <p:cNvSpPr/>
          <p:nvPr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86" name="Google Shape;186;p72"/>
          <p:cNvSpPr/>
          <p:nvPr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87" name="Google Shape;187;p72"/>
          <p:cNvSpPr/>
          <p:nvPr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88" name="Google Shape;188;p72"/>
          <p:cNvSpPr txBox="1"/>
          <p:nvPr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6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IN" sz="146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6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2"/>
          <p:cNvSpPr txBox="1"/>
          <p:nvPr/>
        </p:nvSpPr>
        <p:spPr>
          <a:xfrm>
            <a:off x="3572827" y="590821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Hyderabad </a:t>
            </a:r>
            <a:r>
              <a:rPr lang="en-IN" sz="6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Campus</a:t>
            </a:r>
            <a:endParaRPr sz="6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7.png" id="191" name="Google Shape;191;p73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3"/>
          <p:cNvSpPr txBox="1"/>
          <p:nvPr>
            <p:ph idx="1" type="body"/>
          </p:nvPr>
        </p:nvSpPr>
        <p:spPr>
          <a:xfrm>
            <a:off x="230505" y="807509"/>
            <a:ext cx="2036128" cy="228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2"/>
              </a:spcBef>
              <a:spcAft>
                <a:spcPts val="0"/>
              </a:spcAft>
              <a:buClr>
                <a:srgbClr val="101141"/>
              </a:buClr>
              <a:buSzPts val="1412"/>
              <a:buFont typeface="Arial"/>
              <a:buNone/>
              <a:defRPr sz="1412"/>
            </a:lvl1pPr>
            <a:lvl2pPr indent="-279844" lvl="1" marL="914400" marR="0" algn="l">
              <a:lnSpc>
                <a:spcPct val="100000"/>
              </a:lnSpc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Font typeface="Arial"/>
              <a:buChar char="–"/>
              <a:defRPr sz="807"/>
            </a:lvl2pPr>
            <a:lvl3pPr indent="-292608" lvl="2" marL="13716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008"/>
              <a:buChar char="🢝"/>
              <a:defRPr sz="1008"/>
            </a:lvl3pPr>
            <a:lvl4pPr indent="-286258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Char char="🢝"/>
              <a:defRPr sz="908"/>
            </a:lvl4pPr>
            <a:lvl5pPr indent="-286257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Char char="🢝"/>
              <a:defRPr sz="908"/>
            </a:lvl5pPr>
            <a:lvl6pPr indent="-286257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Char char="🢝"/>
              <a:defRPr sz="908"/>
            </a:lvl6pPr>
            <a:lvl7pPr indent="-286257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Char char="🢝"/>
              <a:defRPr sz="908"/>
            </a:lvl7pPr>
            <a:lvl8pPr indent="-286258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Char char="🢝"/>
              <a:defRPr sz="908"/>
            </a:lvl8pPr>
            <a:lvl9pPr indent="-286258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908"/>
              <a:buChar char="🢝"/>
              <a:defRPr sz="908"/>
            </a:lvl9pPr>
          </a:lstStyle>
          <a:p/>
        </p:txBody>
      </p:sp>
      <p:sp>
        <p:nvSpPr>
          <p:cNvPr id="193" name="Google Shape;193;p73"/>
          <p:cNvSpPr txBox="1"/>
          <p:nvPr>
            <p:ph idx="2" type="body"/>
          </p:nvPr>
        </p:nvSpPr>
        <p:spPr>
          <a:xfrm>
            <a:off x="2497137" y="807509"/>
            <a:ext cx="2036128" cy="228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2"/>
              </a:spcBef>
              <a:spcAft>
                <a:spcPts val="0"/>
              </a:spcAft>
              <a:buClr>
                <a:srgbClr val="101141"/>
              </a:buClr>
              <a:buSzPts val="1412"/>
              <a:buFont typeface="Arial"/>
              <a:buNone/>
              <a:defRPr sz="1412"/>
            </a:lvl1pPr>
            <a:lvl2pPr indent="-279844" lvl="1" marL="914400" marR="0" algn="l">
              <a:lnSpc>
                <a:spcPct val="100000"/>
              </a:lnSpc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Font typeface="Arial"/>
              <a:buChar char="–"/>
              <a:defRPr sz="807">
                <a:latin typeface="Arial"/>
                <a:ea typeface="Arial"/>
                <a:cs typeface="Arial"/>
                <a:sym typeface="Arial"/>
              </a:defRPr>
            </a:lvl2pPr>
            <a:lvl3pPr indent="-292608" lvl="2" marL="13716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008"/>
              <a:buChar char="🢝"/>
              <a:defRPr sz="1008"/>
            </a:lvl3pPr>
            <a:lvl4pPr indent="-286258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Char char="🢝"/>
              <a:defRPr sz="908"/>
            </a:lvl4pPr>
            <a:lvl5pPr indent="-286257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Char char="🢝"/>
              <a:defRPr sz="908"/>
            </a:lvl5pPr>
            <a:lvl6pPr indent="-286257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Char char="🢝"/>
              <a:defRPr sz="908"/>
            </a:lvl6pPr>
            <a:lvl7pPr indent="-286257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Char char="🢝"/>
              <a:defRPr sz="908"/>
            </a:lvl7pPr>
            <a:lvl8pPr indent="-286258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Char char="🢝"/>
              <a:defRPr sz="908"/>
            </a:lvl8pPr>
            <a:lvl9pPr indent="-286258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908"/>
              <a:buChar char="🢝"/>
              <a:defRPr sz="908"/>
            </a:lvl9pPr>
          </a:lstStyle>
          <a:p/>
        </p:txBody>
      </p:sp>
      <p:sp>
        <p:nvSpPr>
          <p:cNvPr id="194" name="Google Shape;194;p73"/>
          <p:cNvSpPr txBox="1"/>
          <p:nvPr>
            <p:ph idx="3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grpSp>
        <p:nvGrpSpPr>
          <p:cNvPr id="195" name="Google Shape;195;p73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96" name="Google Shape;196;p7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197" name="Google Shape;197;p7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198" name="Google Shape;198;p7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199" name="Google Shape;199;p73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00" name="Google Shape;200;p7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01" name="Google Shape;201;p7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02" name="Google Shape;202;p7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203" name="Google Shape;203;p73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 sz="555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4"/>
          <p:cNvSpPr txBox="1"/>
          <p:nvPr>
            <p:ph idx="1" type="body"/>
          </p:nvPr>
        </p:nvSpPr>
        <p:spPr>
          <a:xfrm>
            <a:off x="230505" y="774663"/>
            <a:ext cx="2036928" cy="417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210"/>
              <a:buNone/>
              <a:defRPr b="1" sz="1210"/>
            </a:lvl1pPr>
            <a:lvl2pPr indent="-2286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008"/>
              <a:buNone/>
              <a:defRPr b="1" sz="1008"/>
            </a:lvl2pPr>
            <a:lvl3pPr indent="-2286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None/>
              <a:defRPr b="1" sz="908"/>
            </a:lvl3pPr>
            <a:lvl4pPr indent="-2286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4pPr>
            <a:lvl5pPr indent="-2286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5pPr>
            <a:lvl6pPr indent="-2286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6pPr>
            <a:lvl7pPr indent="-2286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7pPr>
            <a:lvl8pPr indent="-2286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8pPr>
            <a:lvl9pPr indent="-2286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807"/>
              <a:buNone/>
              <a:defRPr b="1" sz="807"/>
            </a:lvl9pPr>
          </a:lstStyle>
          <a:p/>
        </p:txBody>
      </p:sp>
      <p:sp>
        <p:nvSpPr>
          <p:cNvPr id="206" name="Google Shape;206;p74"/>
          <p:cNvSpPr txBox="1"/>
          <p:nvPr>
            <p:ph idx="2" type="body"/>
          </p:nvPr>
        </p:nvSpPr>
        <p:spPr>
          <a:xfrm>
            <a:off x="230505" y="1192036"/>
            <a:ext cx="2036928" cy="1899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05435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210"/>
              <a:buChar char=" "/>
              <a:defRPr sz="1210"/>
            </a:lvl1pPr>
            <a:lvl2pPr indent="-292608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008"/>
              <a:buChar char="🢝"/>
              <a:defRPr sz="1008"/>
            </a:lvl2pPr>
            <a:lvl3pPr indent="-286258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Char char="🢝"/>
              <a:defRPr sz="908"/>
            </a:lvl3pPr>
            <a:lvl4pPr indent="-279844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Char char="🢝"/>
              <a:defRPr sz="807"/>
            </a:lvl4pPr>
            <a:lvl5pPr indent="-279844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Char char="🢝"/>
              <a:defRPr sz="807"/>
            </a:lvl5pPr>
            <a:lvl6pPr indent="-279844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Char char="🢝"/>
              <a:defRPr sz="807"/>
            </a:lvl6pPr>
            <a:lvl7pPr indent="-279844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Char char="🢝"/>
              <a:defRPr sz="807"/>
            </a:lvl7pPr>
            <a:lvl8pPr indent="-279844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Char char="🢝"/>
              <a:defRPr sz="807"/>
            </a:lvl8pPr>
            <a:lvl9pPr indent="-279844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807"/>
              <a:buChar char="🢝"/>
              <a:defRPr sz="807"/>
            </a:lvl9pPr>
          </a:lstStyle>
          <a:p/>
        </p:txBody>
      </p:sp>
      <p:sp>
        <p:nvSpPr>
          <p:cNvPr id="207" name="Google Shape;207;p74"/>
          <p:cNvSpPr txBox="1"/>
          <p:nvPr>
            <p:ph idx="3" type="body"/>
          </p:nvPr>
        </p:nvSpPr>
        <p:spPr>
          <a:xfrm>
            <a:off x="2341867" y="774663"/>
            <a:ext cx="2037728" cy="417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210"/>
              <a:buNone/>
              <a:defRPr b="1" sz="1210"/>
            </a:lvl1pPr>
            <a:lvl2pPr indent="-2286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008"/>
              <a:buNone/>
              <a:defRPr b="1" sz="1008"/>
            </a:lvl2pPr>
            <a:lvl3pPr indent="-2286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None/>
              <a:defRPr b="1" sz="908"/>
            </a:lvl3pPr>
            <a:lvl4pPr indent="-2286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4pPr>
            <a:lvl5pPr indent="-2286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5pPr>
            <a:lvl6pPr indent="-2286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6pPr>
            <a:lvl7pPr indent="-2286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7pPr>
            <a:lvl8pPr indent="-2286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None/>
              <a:defRPr b="1" sz="807"/>
            </a:lvl8pPr>
            <a:lvl9pPr indent="-2286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807"/>
              <a:buNone/>
              <a:defRPr b="1" sz="807"/>
            </a:lvl9pPr>
          </a:lstStyle>
          <a:p/>
        </p:txBody>
      </p:sp>
      <p:sp>
        <p:nvSpPr>
          <p:cNvPr id="208" name="Google Shape;208;p74"/>
          <p:cNvSpPr txBox="1"/>
          <p:nvPr>
            <p:ph idx="4" type="body"/>
          </p:nvPr>
        </p:nvSpPr>
        <p:spPr>
          <a:xfrm>
            <a:off x="2341867" y="1192036"/>
            <a:ext cx="2037728" cy="1899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05435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210"/>
              <a:buChar char=" "/>
              <a:defRPr sz="1210"/>
            </a:lvl1pPr>
            <a:lvl2pPr indent="-292608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008"/>
              <a:buChar char="🢝"/>
              <a:defRPr sz="1008"/>
            </a:lvl2pPr>
            <a:lvl3pPr indent="-286258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908"/>
              <a:buChar char="🢝"/>
              <a:defRPr sz="908"/>
            </a:lvl3pPr>
            <a:lvl4pPr indent="-279844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Char char="🢝"/>
              <a:defRPr sz="807"/>
            </a:lvl4pPr>
            <a:lvl5pPr indent="-279844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Char char="🢝"/>
              <a:defRPr sz="807"/>
            </a:lvl5pPr>
            <a:lvl6pPr indent="-279844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Char char="🢝"/>
              <a:defRPr sz="807"/>
            </a:lvl6pPr>
            <a:lvl7pPr indent="-279844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Char char="🢝"/>
              <a:defRPr sz="807"/>
            </a:lvl7pPr>
            <a:lvl8pPr indent="-279844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807"/>
              <a:buChar char="🢝"/>
              <a:defRPr sz="807"/>
            </a:lvl8pPr>
            <a:lvl9pPr indent="-279844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807"/>
              <a:buChar char="🢝"/>
              <a:defRPr sz="807"/>
            </a:lvl9pPr>
          </a:lstStyle>
          <a:p/>
        </p:txBody>
      </p:sp>
      <p:sp>
        <p:nvSpPr>
          <p:cNvPr id="209" name="Google Shape;209;p74"/>
          <p:cNvSpPr txBox="1"/>
          <p:nvPr>
            <p:ph idx="5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grpSp>
        <p:nvGrpSpPr>
          <p:cNvPr id="210" name="Google Shape;210;p74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1" name="Google Shape;211;p7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12" name="Google Shape;212;p7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13" name="Google Shape;213;p74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214" name="Google Shape;214;p74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15" name="Google Shape;215;p7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16" name="Google Shape;216;p7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17" name="Google Shape;217;p74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218" name="Google Shape;218;p74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4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 sz="555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5"/>
          <p:cNvSpPr txBox="1"/>
          <p:nvPr>
            <p:ph idx="1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grpSp>
        <p:nvGrpSpPr>
          <p:cNvPr id="222" name="Google Shape;222;p75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23" name="Google Shape;223;p7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24" name="Google Shape;224;p7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25" name="Google Shape;225;p75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226" name="Google Shape;226;p75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27" name="Google Shape;227;p7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28" name="Google Shape;228;p7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29" name="Google Shape;229;p75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230" name="Google Shape;230;p75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5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 sz="555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6"/>
          <p:cNvSpPr txBox="1"/>
          <p:nvPr>
            <p:ph idx="1" type="body"/>
          </p:nvPr>
        </p:nvSpPr>
        <p:spPr>
          <a:xfrm>
            <a:off x="1802421" y="807509"/>
            <a:ext cx="2577174" cy="228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31025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613"/>
              <a:buChar char=" "/>
              <a:defRPr sz="1612"/>
            </a:lvl1pPr>
            <a:lvl2pPr indent="-318262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412"/>
              <a:buChar char="🢝"/>
              <a:defRPr sz="1412"/>
            </a:lvl2pPr>
            <a:lvl3pPr indent="-305435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210"/>
              <a:buChar char="🢝"/>
              <a:defRPr sz="1210"/>
            </a:lvl3pPr>
            <a:lvl4pPr indent="-292608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008"/>
              <a:buChar char="🢝"/>
              <a:defRPr sz="1008"/>
            </a:lvl4pPr>
            <a:lvl5pPr indent="-292607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008"/>
              <a:buChar char="🢝"/>
              <a:defRPr sz="1008"/>
            </a:lvl5pPr>
            <a:lvl6pPr indent="-292607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008"/>
              <a:buChar char="🢝"/>
              <a:defRPr sz="1008"/>
            </a:lvl6pPr>
            <a:lvl7pPr indent="-292607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008"/>
              <a:buChar char="🢝"/>
              <a:defRPr sz="1008"/>
            </a:lvl7pPr>
            <a:lvl8pPr indent="-292608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008"/>
              <a:buChar char="🢝"/>
              <a:defRPr sz="1008"/>
            </a:lvl8pPr>
            <a:lvl9pPr indent="-292608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008"/>
              <a:buChar char="🢝"/>
              <a:defRPr sz="1008"/>
            </a:lvl9pPr>
          </a:lstStyle>
          <a:p/>
        </p:txBody>
      </p:sp>
      <p:sp>
        <p:nvSpPr>
          <p:cNvPr id="234" name="Google Shape;234;p76"/>
          <p:cNvSpPr txBox="1"/>
          <p:nvPr>
            <p:ph idx="2" type="body"/>
          </p:nvPr>
        </p:nvSpPr>
        <p:spPr>
          <a:xfrm>
            <a:off x="230505" y="807509"/>
            <a:ext cx="1516691" cy="228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706"/>
              <a:buNone/>
              <a:defRPr sz="706"/>
            </a:lvl1pPr>
            <a:lvl2pPr indent="-2286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605"/>
              <a:buNone/>
              <a:defRPr sz="605"/>
            </a:lvl2pPr>
            <a:lvl3pPr indent="-2286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504"/>
              <a:buNone/>
              <a:defRPr sz="504"/>
            </a:lvl3pPr>
            <a:lvl4pPr indent="-2286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4pPr>
            <a:lvl5pPr indent="-2286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5pPr>
            <a:lvl6pPr indent="-2286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6pPr>
            <a:lvl7pPr indent="-2286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7pPr>
            <a:lvl8pPr indent="-2286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8pPr>
            <a:lvl9pPr indent="-2286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454"/>
              <a:buNone/>
              <a:defRPr sz="454"/>
            </a:lvl9pPr>
          </a:lstStyle>
          <a:p/>
        </p:txBody>
      </p:sp>
      <p:sp>
        <p:nvSpPr>
          <p:cNvPr id="235" name="Google Shape;235;p76"/>
          <p:cNvSpPr txBox="1"/>
          <p:nvPr>
            <p:ph idx="3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grpSp>
        <p:nvGrpSpPr>
          <p:cNvPr id="236" name="Google Shape;236;p76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37" name="Google Shape;237;p7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38" name="Google Shape;238;p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39" name="Google Shape;239;p7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240" name="Google Shape;240;p76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41" name="Google Shape;241;p7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42" name="Google Shape;242;p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43" name="Google Shape;243;p7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244" name="Google Shape;244;p76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76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 sz="555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7"/>
          <p:cNvSpPr txBox="1"/>
          <p:nvPr>
            <p:ph type="title"/>
          </p:nvPr>
        </p:nvSpPr>
        <p:spPr>
          <a:xfrm>
            <a:off x="903612" y="2728545"/>
            <a:ext cx="2766060" cy="1538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908"/>
              <a:buFont typeface="Twentieth Century"/>
              <a:buNone/>
              <a:defRPr b="1" sz="90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77"/>
          <p:cNvSpPr/>
          <p:nvPr>
            <p:ph idx="2" type="pic"/>
          </p:nvPr>
        </p:nvSpPr>
        <p:spPr>
          <a:xfrm>
            <a:off x="903612" y="922867"/>
            <a:ext cx="2766060" cy="1730375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D0EEF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77"/>
          <p:cNvSpPr txBox="1"/>
          <p:nvPr>
            <p:ph idx="1" type="body"/>
          </p:nvPr>
        </p:nvSpPr>
        <p:spPr>
          <a:xfrm>
            <a:off x="903612" y="2882356"/>
            <a:ext cx="2766060" cy="153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807"/>
              <a:buNone/>
              <a:defRPr sz="807"/>
            </a:lvl1pPr>
            <a:lvl2pPr indent="-2286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605"/>
              <a:buNone/>
              <a:defRPr sz="605"/>
            </a:lvl2pPr>
            <a:lvl3pPr indent="-2286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504"/>
              <a:buNone/>
              <a:defRPr sz="504"/>
            </a:lvl3pPr>
            <a:lvl4pPr indent="-2286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4pPr>
            <a:lvl5pPr indent="-2286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5pPr>
            <a:lvl6pPr indent="-2286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6pPr>
            <a:lvl7pPr indent="-2286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7pPr>
            <a:lvl8pPr indent="-2286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454"/>
              <a:buNone/>
              <a:defRPr sz="454"/>
            </a:lvl8pPr>
            <a:lvl9pPr indent="-2286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454"/>
              <a:buNone/>
              <a:defRPr sz="454"/>
            </a:lvl9pPr>
          </a:lstStyle>
          <a:p/>
        </p:txBody>
      </p:sp>
      <p:sp>
        <p:nvSpPr>
          <p:cNvPr id="250" name="Google Shape;250;p77"/>
          <p:cNvSpPr txBox="1"/>
          <p:nvPr>
            <p:ph idx="3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grpSp>
        <p:nvGrpSpPr>
          <p:cNvPr id="251" name="Google Shape;251;p77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52" name="Google Shape;252;p77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53" name="Google Shape;253;p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54" name="Google Shape;254;p77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255" name="Google Shape;255;p77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56" name="Google Shape;256;p77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57" name="Google Shape;257;p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58" name="Google Shape;258;p77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259" name="Google Shape;259;p77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77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 sz="555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Vertical Text">
  <p:cSld name="1_Title and Vertical Tex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8"/>
          <p:cNvSpPr txBox="1"/>
          <p:nvPr>
            <p:ph idx="1" type="body"/>
          </p:nvPr>
        </p:nvSpPr>
        <p:spPr>
          <a:xfrm rot="5400000">
            <a:off x="1209797" y="331035"/>
            <a:ext cx="2030307" cy="367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63" name="Google Shape;263;p78"/>
          <p:cNvSpPr txBox="1"/>
          <p:nvPr>
            <p:ph idx="2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grpSp>
        <p:nvGrpSpPr>
          <p:cNvPr id="264" name="Google Shape;264;p78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65" name="Google Shape;265;p7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66" name="Google Shape;266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67" name="Google Shape;267;p7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268" name="Google Shape;268;p78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69" name="Google Shape;269;p7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70" name="Google Shape;270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71" name="Google Shape;271;p7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272" name="Google Shape;272;p78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78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 sz="555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Vertical Title and Text">
  <p:cSld name="1_Vertical Title and Tex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9"/>
          <p:cNvSpPr txBox="1"/>
          <p:nvPr>
            <p:ph idx="1" type="body"/>
          </p:nvPr>
        </p:nvSpPr>
        <p:spPr>
          <a:xfrm rot="5400000">
            <a:off x="655745" y="151199"/>
            <a:ext cx="2952853" cy="303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76" name="Google Shape;276;p79"/>
          <p:cNvSpPr txBox="1"/>
          <p:nvPr>
            <p:ph idx="2" type="body"/>
          </p:nvPr>
        </p:nvSpPr>
        <p:spPr>
          <a:xfrm rot="5400000">
            <a:off x="2726284" y="1384564"/>
            <a:ext cx="2960864" cy="57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SzPts val="1800"/>
              <a:buChar char="🢝"/>
              <a:defRPr/>
            </a:lvl9pPr>
          </a:lstStyle>
          <a:p/>
        </p:txBody>
      </p:sp>
      <p:grpSp>
        <p:nvGrpSpPr>
          <p:cNvPr id="277" name="Google Shape;277;p79"/>
          <p:cNvGrpSpPr/>
          <p:nvPr/>
        </p:nvGrpSpPr>
        <p:grpSpPr>
          <a:xfrm rot="5400000">
            <a:off x="2522830" y="1295869"/>
            <a:ext cx="2614789" cy="23050"/>
            <a:chOff x="1905000" y="6553200"/>
            <a:chExt cx="7010400" cy="45719"/>
          </a:xfrm>
        </p:grpSpPr>
        <p:sp>
          <p:nvSpPr>
            <p:cNvPr id="278" name="Google Shape;278;p7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79" name="Google Shape;279;p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80" name="Google Shape;280;p7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281" name="Google Shape;281;p79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 rot="5400000">
            <a:off x="-383026" y="571022"/>
            <a:ext cx="1106750" cy="34923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79"/>
          <p:cNvSpPr txBox="1"/>
          <p:nvPr/>
        </p:nvSpPr>
        <p:spPr>
          <a:xfrm rot="5400000">
            <a:off x="-1410216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54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454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</a:t>
            </a:r>
            <a:r>
              <a:rPr lang="en-IN" sz="454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454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Campus</a:t>
            </a:r>
            <a:endParaRPr sz="454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5"/>
          <p:cNvSpPr txBox="1"/>
          <p:nvPr>
            <p:ph idx="1" type="body"/>
          </p:nvPr>
        </p:nvSpPr>
        <p:spPr>
          <a:xfrm>
            <a:off x="153670" y="753835"/>
            <a:ext cx="4149090" cy="228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42"/>
              </a:spcBef>
              <a:spcAft>
                <a:spcPts val="0"/>
              </a:spcAft>
              <a:buClr>
                <a:srgbClr val="101141"/>
              </a:buClr>
              <a:buSzPts val="1210"/>
              <a:buFont typeface="Arial"/>
              <a:buNone/>
              <a:defRPr sz="1210">
                <a:latin typeface="Arial"/>
                <a:ea typeface="Arial"/>
                <a:cs typeface="Arial"/>
                <a:sym typeface="Arial"/>
              </a:defRPr>
            </a:lvl1pPr>
            <a:lvl2pPr indent="-279844" lvl="1" marL="914400" marR="0" algn="l">
              <a:lnSpc>
                <a:spcPct val="100000"/>
              </a:lnSpc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Font typeface="Arial"/>
              <a:buChar char="–"/>
              <a:defRPr sz="807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1" name="Google Shape;291;p55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/>
          </a:p>
        </p:txBody>
      </p:sp>
      <p:grpSp>
        <p:nvGrpSpPr>
          <p:cNvPr id="292" name="Google Shape;292;p55"/>
          <p:cNvGrpSpPr/>
          <p:nvPr/>
        </p:nvGrpSpPr>
        <p:grpSpPr>
          <a:xfrm>
            <a:off x="1050627" y="3305663"/>
            <a:ext cx="3559473" cy="24558"/>
            <a:chOff x="2083888" y="6550671"/>
            <a:chExt cx="7060112" cy="48665"/>
          </a:xfrm>
        </p:grpSpPr>
        <p:sp>
          <p:nvSpPr>
            <p:cNvPr id="293" name="Google Shape;293;p55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94" name="Google Shape;294;p55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95" name="Google Shape;295;p55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296" name="Google Shape;296;p55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55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98" name="Google Shape;298;p5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99" name="Google Shape;299;p5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00" name="Google Shape;300;p55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01" name="Google Shape;301;p55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302" name="Google Shape;302;p5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03" name="Google Shape;303;p5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04" name="Google Shape;304;p55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305" name="Google Shape;305;p55"/>
          <p:cNvSpPr txBox="1"/>
          <p:nvPr>
            <p:ph idx="2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0"/>
          <p:cNvSpPr/>
          <p:nvPr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0"/>
          <p:cNvSpPr/>
          <p:nvPr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9" name="Google Shape;309;p80"/>
          <p:cNvSpPr/>
          <p:nvPr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10" name="Google Shape;310;p80"/>
          <p:cNvSpPr/>
          <p:nvPr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descr="BITS_university_logo_whitevert.png" id="311" name="Google Shape;311;p80"/>
          <p:cNvPicPr preferRelativeResize="0"/>
          <p:nvPr/>
        </p:nvPicPr>
        <p:blipFill rotWithShape="1">
          <a:blip r:embed="rId3">
            <a:alphaModFix/>
          </a:blip>
          <a:srcRect b="28592" l="0" r="0" t="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0"/>
          <p:cNvSpPr txBox="1"/>
          <p:nvPr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6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IN" sz="146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313" name="Google Shape;313;p80"/>
          <p:cNvSpPr txBox="1"/>
          <p:nvPr/>
        </p:nvSpPr>
        <p:spPr>
          <a:xfrm>
            <a:off x="76835" y="2859535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Hyderabad </a:t>
            </a:r>
            <a:r>
              <a:rPr lang="en-IN" sz="6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Campus</a:t>
            </a:r>
            <a:endParaRPr sz="6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0"/>
          <p:cNvSpPr txBox="1"/>
          <p:nvPr>
            <p:ph type="title"/>
          </p:nvPr>
        </p:nvSpPr>
        <p:spPr>
          <a:xfrm>
            <a:off x="1267777" y="1922639"/>
            <a:ext cx="3034983" cy="769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93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18"/>
              <a:buFont typeface="Arial"/>
              <a:buNone/>
              <a:defRPr sz="221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1"/>
          <p:cNvSpPr/>
          <p:nvPr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1"/>
          <p:cNvSpPr/>
          <p:nvPr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18" name="Google Shape;318;p81"/>
          <p:cNvSpPr/>
          <p:nvPr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19" name="Google Shape;319;p81"/>
          <p:cNvSpPr/>
          <p:nvPr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20" name="Google Shape;320;p81"/>
          <p:cNvSpPr txBox="1"/>
          <p:nvPr>
            <p:ph idx="1" type="body"/>
          </p:nvPr>
        </p:nvSpPr>
        <p:spPr>
          <a:xfrm>
            <a:off x="1267777" y="2730147"/>
            <a:ext cx="3034983" cy="2691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8"/>
              <a:buNone/>
              <a:defRPr sz="908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1" name="Google Shape;321;p81"/>
          <p:cNvSpPr txBox="1"/>
          <p:nvPr>
            <p:ph type="title"/>
          </p:nvPr>
        </p:nvSpPr>
        <p:spPr>
          <a:xfrm>
            <a:off x="1267777" y="1922639"/>
            <a:ext cx="3034983" cy="769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93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18"/>
              <a:buFont typeface="Arial"/>
              <a:buNone/>
              <a:defRPr sz="221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BITS_university_logo_whitevert.png" id="322" name="Google Shape;322;p81"/>
          <p:cNvPicPr preferRelativeResize="0"/>
          <p:nvPr/>
        </p:nvPicPr>
        <p:blipFill rotWithShape="1">
          <a:blip r:embed="rId3">
            <a:alphaModFix/>
          </a:blip>
          <a:srcRect b="28592" l="0" r="0" t="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81"/>
          <p:cNvSpPr txBox="1"/>
          <p:nvPr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6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IN" sz="146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324" name="Google Shape;324;p81"/>
          <p:cNvSpPr txBox="1"/>
          <p:nvPr/>
        </p:nvSpPr>
        <p:spPr>
          <a:xfrm>
            <a:off x="76835" y="2859535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Hyderabad </a:t>
            </a:r>
            <a:r>
              <a:rPr lang="en-IN" sz="6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Campus</a:t>
            </a:r>
            <a:endParaRPr sz="6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Server\D\jyoti\FI023_BITS_v1\styleguide img\IMG_5627_b.jpg" id="326" name="Google Shape;326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82"/>
          <p:cNvSpPr/>
          <p:nvPr/>
        </p:nvSpPr>
        <p:spPr>
          <a:xfrm>
            <a:off x="0" y="2160916"/>
            <a:ext cx="4610100" cy="129983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descr="Picture 7.png" id="328" name="Google Shape;328;p82"/>
          <p:cNvPicPr preferRelativeResize="0"/>
          <p:nvPr/>
        </p:nvPicPr>
        <p:blipFill rotWithShape="1">
          <a:blip r:embed="rId3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82"/>
          <p:cNvSpPr txBox="1"/>
          <p:nvPr>
            <p:ph idx="1" type="body"/>
          </p:nvPr>
        </p:nvSpPr>
        <p:spPr>
          <a:xfrm>
            <a:off x="153670" y="2345620"/>
            <a:ext cx="4264343" cy="807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5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7"/>
              <a:buNone/>
              <a:defRPr b="1" sz="2017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0" name="Google Shape;330;p82"/>
          <p:cNvSpPr/>
          <p:nvPr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31" name="Google Shape;331;p82"/>
          <p:cNvSpPr/>
          <p:nvPr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32" name="Google Shape;332;p82"/>
          <p:cNvSpPr/>
          <p:nvPr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33" name="Google Shape;333;p82"/>
          <p:cNvSpPr txBox="1"/>
          <p:nvPr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6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IN" sz="146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334" name="Google Shape;334;p82"/>
          <p:cNvSpPr txBox="1"/>
          <p:nvPr/>
        </p:nvSpPr>
        <p:spPr>
          <a:xfrm>
            <a:off x="3572827" y="590821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Hyderabad </a:t>
            </a:r>
            <a:r>
              <a:rPr lang="en-IN" sz="6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Campus</a:t>
            </a:r>
            <a:endParaRPr sz="6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7.png" id="336" name="Google Shape;336;p83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83"/>
          <p:cNvSpPr txBox="1"/>
          <p:nvPr>
            <p:ph idx="1" type="body"/>
          </p:nvPr>
        </p:nvSpPr>
        <p:spPr>
          <a:xfrm>
            <a:off x="230505" y="807509"/>
            <a:ext cx="2036128" cy="228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2"/>
              </a:spcBef>
              <a:spcAft>
                <a:spcPts val="0"/>
              </a:spcAft>
              <a:buClr>
                <a:srgbClr val="101141"/>
              </a:buClr>
              <a:buSzPts val="1412"/>
              <a:buFont typeface="Arial"/>
              <a:buNone/>
              <a:defRPr sz="1412"/>
            </a:lvl1pPr>
            <a:lvl2pPr indent="-279844" lvl="1" marL="914400" marR="0" algn="l">
              <a:lnSpc>
                <a:spcPct val="100000"/>
              </a:lnSpc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Font typeface="Arial"/>
              <a:buChar char="–"/>
              <a:defRPr sz="807"/>
            </a:lvl2pPr>
            <a:lvl3pPr indent="-292608" lvl="2" marL="137160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Char char="•"/>
              <a:defRPr sz="1008"/>
            </a:lvl3pPr>
            <a:lvl4pPr indent="-286258" lvl="3" marL="18288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–"/>
              <a:defRPr sz="908"/>
            </a:lvl4pPr>
            <a:lvl5pPr indent="-286257" lvl="4" marL="22860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»"/>
              <a:defRPr sz="908"/>
            </a:lvl5pPr>
            <a:lvl6pPr indent="-286257" lvl="5" marL="27432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•"/>
              <a:defRPr sz="908"/>
            </a:lvl6pPr>
            <a:lvl7pPr indent="-286257" lvl="6" marL="32004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•"/>
              <a:defRPr sz="908"/>
            </a:lvl7pPr>
            <a:lvl8pPr indent="-286258" lvl="7" marL="36576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•"/>
              <a:defRPr sz="908"/>
            </a:lvl8pPr>
            <a:lvl9pPr indent="-286258" lvl="8" marL="41148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•"/>
              <a:defRPr sz="908"/>
            </a:lvl9pPr>
          </a:lstStyle>
          <a:p/>
        </p:txBody>
      </p:sp>
      <p:sp>
        <p:nvSpPr>
          <p:cNvPr id="338" name="Google Shape;338;p83"/>
          <p:cNvSpPr txBox="1"/>
          <p:nvPr>
            <p:ph idx="2" type="body"/>
          </p:nvPr>
        </p:nvSpPr>
        <p:spPr>
          <a:xfrm>
            <a:off x="2497137" y="807509"/>
            <a:ext cx="2036128" cy="228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2"/>
              </a:spcBef>
              <a:spcAft>
                <a:spcPts val="0"/>
              </a:spcAft>
              <a:buClr>
                <a:srgbClr val="101141"/>
              </a:buClr>
              <a:buSzPts val="1412"/>
              <a:buFont typeface="Arial"/>
              <a:buNone/>
              <a:defRPr sz="1412"/>
            </a:lvl1pPr>
            <a:lvl2pPr indent="-279844" lvl="1" marL="914400" marR="0" algn="l">
              <a:lnSpc>
                <a:spcPct val="100000"/>
              </a:lnSpc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Font typeface="Arial"/>
              <a:buChar char="–"/>
              <a:defRPr sz="807">
                <a:latin typeface="Arial"/>
                <a:ea typeface="Arial"/>
                <a:cs typeface="Arial"/>
                <a:sym typeface="Arial"/>
              </a:defRPr>
            </a:lvl2pPr>
            <a:lvl3pPr indent="-292608" lvl="2" marL="137160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Char char="•"/>
              <a:defRPr sz="1008"/>
            </a:lvl3pPr>
            <a:lvl4pPr indent="-286258" lvl="3" marL="18288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–"/>
              <a:defRPr sz="908"/>
            </a:lvl4pPr>
            <a:lvl5pPr indent="-286257" lvl="4" marL="22860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»"/>
              <a:defRPr sz="908"/>
            </a:lvl5pPr>
            <a:lvl6pPr indent="-286257" lvl="5" marL="27432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•"/>
              <a:defRPr sz="908"/>
            </a:lvl6pPr>
            <a:lvl7pPr indent="-286257" lvl="6" marL="32004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•"/>
              <a:defRPr sz="908"/>
            </a:lvl7pPr>
            <a:lvl8pPr indent="-286258" lvl="7" marL="36576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•"/>
              <a:defRPr sz="908"/>
            </a:lvl8pPr>
            <a:lvl9pPr indent="-286258" lvl="8" marL="41148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•"/>
              <a:defRPr sz="908"/>
            </a:lvl9pPr>
          </a:lstStyle>
          <a:p/>
        </p:txBody>
      </p:sp>
      <p:sp>
        <p:nvSpPr>
          <p:cNvPr id="339" name="Google Shape;339;p83"/>
          <p:cNvSpPr txBox="1"/>
          <p:nvPr>
            <p:ph idx="3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40" name="Google Shape;340;p83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341" name="Google Shape;341;p8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42" name="Google Shape;342;p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43" name="Google Shape;343;p8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44" name="Google Shape;344;p83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345" name="Google Shape;345;p8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46" name="Google Shape;346;p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47" name="Google Shape;347;p8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348" name="Google Shape;348;p83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4"/>
          <p:cNvSpPr txBox="1"/>
          <p:nvPr>
            <p:ph idx="1" type="body"/>
          </p:nvPr>
        </p:nvSpPr>
        <p:spPr>
          <a:xfrm>
            <a:off x="230505" y="774663"/>
            <a:ext cx="2036928" cy="417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2"/>
              </a:spcBef>
              <a:spcAft>
                <a:spcPts val="0"/>
              </a:spcAft>
              <a:buClr>
                <a:schemeClr val="dk1"/>
              </a:buClr>
              <a:buSzPts val="1210"/>
              <a:buNone/>
              <a:defRPr b="1" sz="1210"/>
            </a:lvl1pPr>
            <a:lvl2pPr indent="-228600" lvl="1" marL="91440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None/>
              <a:defRPr b="1" sz="1008"/>
            </a:lvl2pPr>
            <a:lvl3pPr indent="-228600" lvl="2" marL="13716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None/>
              <a:defRPr b="1" sz="908"/>
            </a:lvl3pPr>
            <a:lvl4pPr indent="-228600" lvl="3" marL="18288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None/>
              <a:defRPr b="1" sz="807"/>
            </a:lvl4pPr>
            <a:lvl5pPr indent="-228600" lvl="4" marL="22860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None/>
              <a:defRPr b="1" sz="807"/>
            </a:lvl5pPr>
            <a:lvl6pPr indent="-228600" lvl="5" marL="27432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None/>
              <a:defRPr b="1" sz="807"/>
            </a:lvl6pPr>
            <a:lvl7pPr indent="-228600" lvl="6" marL="32004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None/>
              <a:defRPr b="1" sz="807"/>
            </a:lvl7pPr>
            <a:lvl8pPr indent="-228600" lvl="7" marL="36576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None/>
              <a:defRPr b="1" sz="807"/>
            </a:lvl8pPr>
            <a:lvl9pPr indent="-228600" lvl="8" marL="41148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None/>
              <a:defRPr b="1" sz="807"/>
            </a:lvl9pPr>
          </a:lstStyle>
          <a:p/>
        </p:txBody>
      </p:sp>
      <p:sp>
        <p:nvSpPr>
          <p:cNvPr id="351" name="Google Shape;351;p84"/>
          <p:cNvSpPr txBox="1"/>
          <p:nvPr>
            <p:ph idx="2" type="body"/>
          </p:nvPr>
        </p:nvSpPr>
        <p:spPr>
          <a:xfrm>
            <a:off x="230505" y="1192036"/>
            <a:ext cx="2036928" cy="1899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5435" lvl="0" marL="457200" algn="l">
              <a:spcBef>
                <a:spcPts val="242"/>
              </a:spcBef>
              <a:spcAft>
                <a:spcPts val="0"/>
              </a:spcAft>
              <a:buClr>
                <a:schemeClr val="dk1"/>
              </a:buClr>
              <a:buSzPts val="1210"/>
              <a:buChar char="•"/>
              <a:defRPr sz="1210"/>
            </a:lvl1pPr>
            <a:lvl2pPr indent="-292608" lvl="1" marL="91440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Char char="–"/>
              <a:defRPr sz="1008"/>
            </a:lvl2pPr>
            <a:lvl3pPr indent="-286258" lvl="2" marL="13716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•"/>
              <a:defRPr sz="908"/>
            </a:lvl3pPr>
            <a:lvl4pPr indent="-279844" lvl="3" marL="18288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Char char="–"/>
              <a:defRPr sz="807"/>
            </a:lvl4pPr>
            <a:lvl5pPr indent="-279844" lvl="4" marL="22860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Char char="»"/>
              <a:defRPr sz="807"/>
            </a:lvl5pPr>
            <a:lvl6pPr indent="-279844" lvl="5" marL="27432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Char char="•"/>
              <a:defRPr sz="807"/>
            </a:lvl6pPr>
            <a:lvl7pPr indent="-279844" lvl="6" marL="32004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Char char="•"/>
              <a:defRPr sz="807"/>
            </a:lvl7pPr>
            <a:lvl8pPr indent="-279844" lvl="7" marL="36576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Char char="•"/>
              <a:defRPr sz="807"/>
            </a:lvl8pPr>
            <a:lvl9pPr indent="-279844" lvl="8" marL="41148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Char char="•"/>
              <a:defRPr sz="807"/>
            </a:lvl9pPr>
          </a:lstStyle>
          <a:p/>
        </p:txBody>
      </p:sp>
      <p:sp>
        <p:nvSpPr>
          <p:cNvPr id="352" name="Google Shape;352;p84"/>
          <p:cNvSpPr txBox="1"/>
          <p:nvPr>
            <p:ph idx="3" type="body"/>
          </p:nvPr>
        </p:nvSpPr>
        <p:spPr>
          <a:xfrm>
            <a:off x="2341867" y="774663"/>
            <a:ext cx="2037728" cy="417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2"/>
              </a:spcBef>
              <a:spcAft>
                <a:spcPts val="0"/>
              </a:spcAft>
              <a:buClr>
                <a:schemeClr val="dk1"/>
              </a:buClr>
              <a:buSzPts val="1210"/>
              <a:buNone/>
              <a:defRPr b="1" sz="1210"/>
            </a:lvl1pPr>
            <a:lvl2pPr indent="-228600" lvl="1" marL="91440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None/>
              <a:defRPr b="1" sz="1008"/>
            </a:lvl2pPr>
            <a:lvl3pPr indent="-228600" lvl="2" marL="13716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None/>
              <a:defRPr b="1" sz="908"/>
            </a:lvl3pPr>
            <a:lvl4pPr indent="-228600" lvl="3" marL="18288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None/>
              <a:defRPr b="1" sz="807"/>
            </a:lvl4pPr>
            <a:lvl5pPr indent="-228600" lvl="4" marL="22860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None/>
              <a:defRPr b="1" sz="807"/>
            </a:lvl5pPr>
            <a:lvl6pPr indent="-228600" lvl="5" marL="27432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None/>
              <a:defRPr b="1" sz="807"/>
            </a:lvl6pPr>
            <a:lvl7pPr indent="-228600" lvl="6" marL="32004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None/>
              <a:defRPr b="1" sz="807"/>
            </a:lvl7pPr>
            <a:lvl8pPr indent="-228600" lvl="7" marL="36576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None/>
              <a:defRPr b="1" sz="807"/>
            </a:lvl8pPr>
            <a:lvl9pPr indent="-228600" lvl="8" marL="41148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None/>
              <a:defRPr b="1" sz="807"/>
            </a:lvl9pPr>
          </a:lstStyle>
          <a:p/>
        </p:txBody>
      </p:sp>
      <p:sp>
        <p:nvSpPr>
          <p:cNvPr id="353" name="Google Shape;353;p84"/>
          <p:cNvSpPr txBox="1"/>
          <p:nvPr>
            <p:ph idx="4" type="body"/>
          </p:nvPr>
        </p:nvSpPr>
        <p:spPr>
          <a:xfrm>
            <a:off x="2341867" y="1192036"/>
            <a:ext cx="2037728" cy="1899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5435" lvl="0" marL="457200" algn="l">
              <a:spcBef>
                <a:spcPts val="242"/>
              </a:spcBef>
              <a:spcAft>
                <a:spcPts val="0"/>
              </a:spcAft>
              <a:buClr>
                <a:schemeClr val="dk1"/>
              </a:buClr>
              <a:buSzPts val="1210"/>
              <a:buChar char="•"/>
              <a:defRPr sz="1210"/>
            </a:lvl1pPr>
            <a:lvl2pPr indent="-292608" lvl="1" marL="91440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Char char="–"/>
              <a:defRPr sz="1008"/>
            </a:lvl2pPr>
            <a:lvl3pPr indent="-286258" lvl="2" marL="1371600" algn="l">
              <a:spcBef>
                <a:spcPts val="182"/>
              </a:spcBef>
              <a:spcAft>
                <a:spcPts val="0"/>
              </a:spcAft>
              <a:buClr>
                <a:schemeClr val="dk1"/>
              </a:buClr>
              <a:buSzPts val="908"/>
              <a:buChar char="•"/>
              <a:defRPr sz="908"/>
            </a:lvl3pPr>
            <a:lvl4pPr indent="-279844" lvl="3" marL="18288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Char char="–"/>
              <a:defRPr sz="807"/>
            </a:lvl4pPr>
            <a:lvl5pPr indent="-279844" lvl="4" marL="22860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Char char="»"/>
              <a:defRPr sz="807"/>
            </a:lvl5pPr>
            <a:lvl6pPr indent="-279844" lvl="5" marL="27432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Char char="•"/>
              <a:defRPr sz="807"/>
            </a:lvl6pPr>
            <a:lvl7pPr indent="-279844" lvl="6" marL="32004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Char char="•"/>
              <a:defRPr sz="807"/>
            </a:lvl7pPr>
            <a:lvl8pPr indent="-279844" lvl="7" marL="36576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Char char="•"/>
              <a:defRPr sz="807"/>
            </a:lvl8pPr>
            <a:lvl9pPr indent="-279844" lvl="8" marL="41148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Char char="•"/>
              <a:defRPr sz="807"/>
            </a:lvl9pPr>
          </a:lstStyle>
          <a:p/>
        </p:txBody>
      </p:sp>
      <p:sp>
        <p:nvSpPr>
          <p:cNvPr id="354" name="Google Shape;354;p84"/>
          <p:cNvSpPr txBox="1"/>
          <p:nvPr>
            <p:ph idx="5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55" name="Google Shape;355;p84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356" name="Google Shape;356;p8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57" name="Google Shape;357;p8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58" name="Google Shape;358;p84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59" name="Google Shape;359;p84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360" name="Google Shape;360;p8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61" name="Google Shape;361;p8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62" name="Google Shape;362;p84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363" name="Google Shape;363;p84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84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5"/>
          <p:cNvSpPr txBox="1"/>
          <p:nvPr>
            <p:ph idx="1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67" name="Google Shape;367;p85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368" name="Google Shape;368;p8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69" name="Google Shape;369;p8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70" name="Google Shape;370;p85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71" name="Google Shape;371;p85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372" name="Google Shape;372;p8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73" name="Google Shape;373;p8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74" name="Google Shape;374;p85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375" name="Google Shape;375;p85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85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86"/>
          <p:cNvSpPr txBox="1"/>
          <p:nvPr>
            <p:ph idx="1" type="body"/>
          </p:nvPr>
        </p:nvSpPr>
        <p:spPr>
          <a:xfrm>
            <a:off x="1802421" y="807509"/>
            <a:ext cx="2577174" cy="228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025" lvl="0" marL="457200" algn="l">
              <a:spcBef>
                <a:spcPts val="323"/>
              </a:spcBef>
              <a:spcAft>
                <a:spcPts val="0"/>
              </a:spcAft>
              <a:buClr>
                <a:schemeClr val="dk1"/>
              </a:buClr>
              <a:buSzPts val="1613"/>
              <a:buChar char="•"/>
              <a:defRPr sz="1612"/>
            </a:lvl1pPr>
            <a:lvl2pPr indent="-318262" lvl="1" marL="914400" algn="l">
              <a:spcBef>
                <a:spcPts val="282"/>
              </a:spcBef>
              <a:spcAft>
                <a:spcPts val="0"/>
              </a:spcAft>
              <a:buClr>
                <a:schemeClr val="dk1"/>
              </a:buClr>
              <a:buSzPts val="1412"/>
              <a:buChar char="–"/>
              <a:defRPr sz="1412"/>
            </a:lvl2pPr>
            <a:lvl3pPr indent="-305435" lvl="2" marL="1371600" algn="l">
              <a:spcBef>
                <a:spcPts val="242"/>
              </a:spcBef>
              <a:spcAft>
                <a:spcPts val="0"/>
              </a:spcAft>
              <a:buClr>
                <a:schemeClr val="dk1"/>
              </a:buClr>
              <a:buSzPts val="1210"/>
              <a:buChar char="•"/>
              <a:defRPr sz="1210"/>
            </a:lvl3pPr>
            <a:lvl4pPr indent="-292608" lvl="3" marL="182880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Char char="–"/>
              <a:defRPr sz="1008"/>
            </a:lvl4pPr>
            <a:lvl5pPr indent="-292607" lvl="4" marL="228600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Char char="»"/>
              <a:defRPr sz="1008"/>
            </a:lvl5pPr>
            <a:lvl6pPr indent="-292607" lvl="5" marL="274320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Char char="•"/>
              <a:defRPr sz="1008"/>
            </a:lvl6pPr>
            <a:lvl7pPr indent="-292607" lvl="6" marL="320040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Char char="•"/>
              <a:defRPr sz="1008"/>
            </a:lvl7pPr>
            <a:lvl8pPr indent="-292608" lvl="7" marL="365760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Char char="•"/>
              <a:defRPr sz="1008"/>
            </a:lvl8pPr>
            <a:lvl9pPr indent="-292608" lvl="8" marL="411480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Char char="•"/>
              <a:defRPr sz="1008"/>
            </a:lvl9pPr>
          </a:lstStyle>
          <a:p/>
        </p:txBody>
      </p:sp>
      <p:sp>
        <p:nvSpPr>
          <p:cNvPr id="379" name="Google Shape;379;p86"/>
          <p:cNvSpPr txBox="1"/>
          <p:nvPr>
            <p:ph idx="2" type="body"/>
          </p:nvPr>
        </p:nvSpPr>
        <p:spPr>
          <a:xfrm>
            <a:off x="230505" y="807509"/>
            <a:ext cx="1516691" cy="228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41"/>
              </a:spcBef>
              <a:spcAft>
                <a:spcPts val="0"/>
              </a:spcAft>
              <a:buClr>
                <a:schemeClr val="dk1"/>
              </a:buClr>
              <a:buSzPts val="706"/>
              <a:buNone/>
              <a:defRPr sz="706"/>
            </a:lvl1pPr>
            <a:lvl2pPr indent="-228600" lvl="1" marL="914400" algn="l">
              <a:spcBef>
                <a:spcPts val="121"/>
              </a:spcBef>
              <a:spcAft>
                <a:spcPts val="0"/>
              </a:spcAft>
              <a:buClr>
                <a:schemeClr val="dk1"/>
              </a:buClr>
              <a:buSzPts val="605"/>
              <a:buNone/>
              <a:defRPr sz="605"/>
            </a:lvl2pPr>
            <a:lvl3pPr indent="-228600" lvl="2" marL="1371600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504"/>
              <a:buNone/>
              <a:defRPr sz="504"/>
            </a:lvl3pPr>
            <a:lvl4pPr indent="-228600" lvl="3" marL="1828800" algn="l">
              <a:spcBef>
                <a:spcPts val="91"/>
              </a:spcBef>
              <a:spcAft>
                <a:spcPts val="0"/>
              </a:spcAft>
              <a:buClr>
                <a:schemeClr val="dk1"/>
              </a:buClr>
              <a:buSzPts val="454"/>
              <a:buNone/>
              <a:defRPr sz="454"/>
            </a:lvl4pPr>
            <a:lvl5pPr indent="-228600" lvl="4" marL="2286000" algn="l">
              <a:spcBef>
                <a:spcPts val="91"/>
              </a:spcBef>
              <a:spcAft>
                <a:spcPts val="0"/>
              </a:spcAft>
              <a:buClr>
                <a:schemeClr val="dk1"/>
              </a:buClr>
              <a:buSzPts val="454"/>
              <a:buNone/>
              <a:defRPr sz="454"/>
            </a:lvl5pPr>
            <a:lvl6pPr indent="-228600" lvl="5" marL="2743200" algn="l">
              <a:spcBef>
                <a:spcPts val="91"/>
              </a:spcBef>
              <a:spcAft>
                <a:spcPts val="0"/>
              </a:spcAft>
              <a:buClr>
                <a:schemeClr val="dk1"/>
              </a:buClr>
              <a:buSzPts val="454"/>
              <a:buNone/>
              <a:defRPr sz="454"/>
            </a:lvl6pPr>
            <a:lvl7pPr indent="-228600" lvl="6" marL="3200400" algn="l">
              <a:spcBef>
                <a:spcPts val="91"/>
              </a:spcBef>
              <a:spcAft>
                <a:spcPts val="0"/>
              </a:spcAft>
              <a:buClr>
                <a:schemeClr val="dk1"/>
              </a:buClr>
              <a:buSzPts val="454"/>
              <a:buNone/>
              <a:defRPr sz="454"/>
            </a:lvl7pPr>
            <a:lvl8pPr indent="-228600" lvl="7" marL="3657600" algn="l">
              <a:spcBef>
                <a:spcPts val="91"/>
              </a:spcBef>
              <a:spcAft>
                <a:spcPts val="0"/>
              </a:spcAft>
              <a:buClr>
                <a:schemeClr val="dk1"/>
              </a:buClr>
              <a:buSzPts val="454"/>
              <a:buNone/>
              <a:defRPr sz="454"/>
            </a:lvl8pPr>
            <a:lvl9pPr indent="-228600" lvl="8" marL="4114800" algn="l">
              <a:spcBef>
                <a:spcPts val="91"/>
              </a:spcBef>
              <a:spcAft>
                <a:spcPts val="0"/>
              </a:spcAft>
              <a:buClr>
                <a:schemeClr val="dk1"/>
              </a:buClr>
              <a:buSzPts val="454"/>
              <a:buNone/>
              <a:defRPr sz="454"/>
            </a:lvl9pPr>
          </a:lstStyle>
          <a:p/>
        </p:txBody>
      </p:sp>
      <p:sp>
        <p:nvSpPr>
          <p:cNvPr id="380" name="Google Shape;380;p86"/>
          <p:cNvSpPr txBox="1"/>
          <p:nvPr>
            <p:ph idx="3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81" name="Google Shape;381;p86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382" name="Google Shape;382;p8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83" name="Google Shape;383;p8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84" name="Google Shape;384;p8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85" name="Google Shape;385;p86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386" name="Google Shape;386;p8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87" name="Google Shape;387;p8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88" name="Google Shape;388;p8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389" name="Google Shape;389;p86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86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7"/>
          <p:cNvSpPr txBox="1"/>
          <p:nvPr>
            <p:ph type="title"/>
          </p:nvPr>
        </p:nvSpPr>
        <p:spPr>
          <a:xfrm>
            <a:off x="903612" y="2728545"/>
            <a:ext cx="2766060" cy="1538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8"/>
              <a:buFont typeface="Arial"/>
              <a:buNone/>
              <a:defRPr b="1" sz="90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87"/>
          <p:cNvSpPr/>
          <p:nvPr>
            <p:ph idx="2" type="pic"/>
          </p:nvPr>
        </p:nvSpPr>
        <p:spPr>
          <a:xfrm>
            <a:off x="903612" y="922867"/>
            <a:ext cx="2766060" cy="1730375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DAE5F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87"/>
          <p:cNvSpPr txBox="1"/>
          <p:nvPr>
            <p:ph idx="1" type="body"/>
          </p:nvPr>
        </p:nvSpPr>
        <p:spPr>
          <a:xfrm>
            <a:off x="903612" y="2882356"/>
            <a:ext cx="2766060" cy="153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61"/>
              </a:spcBef>
              <a:spcAft>
                <a:spcPts val="0"/>
              </a:spcAft>
              <a:buClr>
                <a:schemeClr val="dk1"/>
              </a:buClr>
              <a:buSzPts val="807"/>
              <a:buNone/>
              <a:defRPr sz="807"/>
            </a:lvl1pPr>
            <a:lvl2pPr indent="-228600" lvl="1" marL="914400" algn="l">
              <a:spcBef>
                <a:spcPts val="121"/>
              </a:spcBef>
              <a:spcAft>
                <a:spcPts val="0"/>
              </a:spcAft>
              <a:buClr>
                <a:schemeClr val="dk1"/>
              </a:buClr>
              <a:buSzPts val="605"/>
              <a:buNone/>
              <a:defRPr sz="605"/>
            </a:lvl2pPr>
            <a:lvl3pPr indent="-228600" lvl="2" marL="1371600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504"/>
              <a:buNone/>
              <a:defRPr sz="504"/>
            </a:lvl3pPr>
            <a:lvl4pPr indent="-228600" lvl="3" marL="1828800" algn="l">
              <a:spcBef>
                <a:spcPts val="91"/>
              </a:spcBef>
              <a:spcAft>
                <a:spcPts val="0"/>
              </a:spcAft>
              <a:buClr>
                <a:schemeClr val="dk1"/>
              </a:buClr>
              <a:buSzPts val="454"/>
              <a:buNone/>
              <a:defRPr sz="454"/>
            </a:lvl4pPr>
            <a:lvl5pPr indent="-228600" lvl="4" marL="2286000" algn="l">
              <a:spcBef>
                <a:spcPts val="91"/>
              </a:spcBef>
              <a:spcAft>
                <a:spcPts val="0"/>
              </a:spcAft>
              <a:buClr>
                <a:schemeClr val="dk1"/>
              </a:buClr>
              <a:buSzPts val="454"/>
              <a:buNone/>
              <a:defRPr sz="454"/>
            </a:lvl5pPr>
            <a:lvl6pPr indent="-228600" lvl="5" marL="2743200" algn="l">
              <a:spcBef>
                <a:spcPts val="91"/>
              </a:spcBef>
              <a:spcAft>
                <a:spcPts val="0"/>
              </a:spcAft>
              <a:buClr>
                <a:schemeClr val="dk1"/>
              </a:buClr>
              <a:buSzPts val="454"/>
              <a:buNone/>
              <a:defRPr sz="454"/>
            </a:lvl6pPr>
            <a:lvl7pPr indent="-228600" lvl="6" marL="3200400" algn="l">
              <a:spcBef>
                <a:spcPts val="91"/>
              </a:spcBef>
              <a:spcAft>
                <a:spcPts val="0"/>
              </a:spcAft>
              <a:buClr>
                <a:schemeClr val="dk1"/>
              </a:buClr>
              <a:buSzPts val="454"/>
              <a:buNone/>
              <a:defRPr sz="454"/>
            </a:lvl7pPr>
            <a:lvl8pPr indent="-228600" lvl="7" marL="3657600" algn="l">
              <a:spcBef>
                <a:spcPts val="91"/>
              </a:spcBef>
              <a:spcAft>
                <a:spcPts val="0"/>
              </a:spcAft>
              <a:buClr>
                <a:schemeClr val="dk1"/>
              </a:buClr>
              <a:buSzPts val="454"/>
              <a:buNone/>
              <a:defRPr sz="454"/>
            </a:lvl8pPr>
            <a:lvl9pPr indent="-228600" lvl="8" marL="4114800" algn="l">
              <a:spcBef>
                <a:spcPts val="91"/>
              </a:spcBef>
              <a:spcAft>
                <a:spcPts val="0"/>
              </a:spcAft>
              <a:buClr>
                <a:schemeClr val="dk1"/>
              </a:buClr>
              <a:buSzPts val="454"/>
              <a:buNone/>
              <a:defRPr sz="454"/>
            </a:lvl9pPr>
          </a:lstStyle>
          <a:p/>
        </p:txBody>
      </p:sp>
      <p:sp>
        <p:nvSpPr>
          <p:cNvPr id="395" name="Google Shape;395;p87"/>
          <p:cNvSpPr txBox="1"/>
          <p:nvPr>
            <p:ph idx="3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96" name="Google Shape;396;p87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397" name="Google Shape;397;p87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98" name="Google Shape;398;p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399" name="Google Shape;399;p87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400" name="Google Shape;400;p87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401" name="Google Shape;401;p87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402" name="Google Shape;402;p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403" name="Google Shape;403;p87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404" name="Google Shape;404;p87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87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88"/>
          <p:cNvSpPr txBox="1"/>
          <p:nvPr>
            <p:ph idx="1" type="body"/>
          </p:nvPr>
        </p:nvSpPr>
        <p:spPr>
          <a:xfrm rot="5400000">
            <a:off x="1163083" y="-125069"/>
            <a:ext cx="2283935" cy="4149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8" name="Google Shape;408;p88"/>
          <p:cNvSpPr txBox="1"/>
          <p:nvPr>
            <p:ph idx="2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09" name="Google Shape;409;p88"/>
          <p:cNvGrpSpPr/>
          <p:nvPr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410" name="Google Shape;410;p8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411" name="Google Shape;411;p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412" name="Google Shape;412;p8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413" name="Google Shape;413;p88"/>
          <p:cNvGrpSpPr/>
          <p:nvPr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414" name="Google Shape;414;p8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415" name="Google Shape;415;p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416" name="Google Shape;416;p8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417" name="Google Shape;417;p88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>
            <a:off x="3342323" y="0"/>
            <a:ext cx="1105735" cy="34955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88"/>
          <p:cNvSpPr txBox="1"/>
          <p:nvPr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555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 Campus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89"/>
          <p:cNvSpPr txBox="1"/>
          <p:nvPr>
            <p:ph idx="1" type="body"/>
          </p:nvPr>
        </p:nvSpPr>
        <p:spPr>
          <a:xfrm rot="5400000">
            <a:off x="655745" y="151199"/>
            <a:ext cx="2952853" cy="303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1" name="Google Shape;421;p89"/>
          <p:cNvSpPr txBox="1"/>
          <p:nvPr>
            <p:ph idx="2" type="body"/>
          </p:nvPr>
        </p:nvSpPr>
        <p:spPr>
          <a:xfrm rot="5400000">
            <a:off x="2726284" y="1384564"/>
            <a:ext cx="2960864" cy="57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None/>
              <a:defRPr b="1" sz="1815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22" name="Google Shape;422;p89"/>
          <p:cNvGrpSpPr/>
          <p:nvPr/>
        </p:nvGrpSpPr>
        <p:grpSpPr>
          <a:xfrm rot="5400000">
            <a:off x="2522830" y="1295869"/>
            <a:ext cx="2614789" cy="23050"/>
            <a:chOff x="1905000" y="6553200"/>
            <a:chExt cx="7010400" cy="45719"/>
          </a:xfrm>
        </p:grpSpPr>
        <p:sp>
          <p:nvSpPr>
            <p:cNvPr id="423" name="Google Shape;423;p8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424" name="Google Shape;424;p8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425" name="Google Shape;425;p89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pic>
        <p:nvPicPr>
          <p:cNvPr descr="Picture 7.png" id="426" name="Google Shape;426;p89"/>
          <p:cNvPicPr preferRelativeResize="0"/>
          <p:nvPr/>
        </p:nvPicPr>
        <p:blipFill rotWithShape="1">
          <a:blip r:embed="rId2">
            <a:alphaModFix/>
          </a:blip>
          <a:srcRect b="5335" l="1923" r="0" t="0"/>
          <a:stretch/>
        </p:blipFill>
        <p:spPr>
          <a:xfrm rot="5400000">
            <a:off x="-383026" y="571022"/>
            <a:ext cx="1106750" cy="34923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89"/>
          <p:cNvSpPr txBox="1"/>
          <p:nvPr/>
        </p:nvSpPr>
        <p:spPr>
          <a:xfrm rot="5400000">
            <a:off x="-1410216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54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454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Hyderabad</a:t>
            </a:r>
            <a:r>
              <a:rPr lang="en-IN" sz="454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454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Campus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23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24.xml"/><Relationship Id="rId6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70380"/>
            <a:ext cx="4571961" cy="321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9"/>
          <p:cNvSpPr/>
          <p:nvPr/>
        </p:nvSpPr>
        <p:spPr>
          <a:xfrm>
            <a:off x="3069083" y="3371227"/>
            <a:ext cx="43180" cy="30480"/>
          </a:xfrm>
          <a:custGeom>
            <a:rect b="b" l="l" r="r" t="t"/>
            <a:pathLst>
              <a:path extrusionOk="0" h="30479" w="431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" name="Google Shape;12;p49"/>
          <p:cNvSpPr/>
          <p:nvPr/>
        </p:nvSpPr>
        <p:spPr>
          <a:xfrm>
            <a:off x="2989465" y="3367265"/>
            <a:ext cx="25400" cy="38100"/>
          </a:xfrm>
          <a:custGeom>
            <a:rect b="b" l="l" r="r" t="t"/>
            <a:pathLst>
              <a:path extrusionOk="0" h="38100" w="254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" name="Google Shape;13;p49"/>
          <p:cNvSpPr/>
          <p:nvPr/>
        </p:nvSpPr>
        <p:spPr>
          <a:xfrm>
            <a:off x="3167268" y="3367265"/>
            <a:ext cx="25400" cy="38100"/>
          </a:xfrm>
          <a:custGeom>
            <a:rect b="b" l="l" r="r" t="t"/>
            <a:pathLst>
              <a:path extrusionOk="0" h="38100" w="254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" name="Google Shape;14;p49"/>
          <p:cNvSpPr/>
          <p:nvPr/>
        </p:nvSpPr>
        <p:spPr>
          <a:xfrm>
            <a:off x="3323614" y="3360914"/>
            <a:ext cx="64135" cy="50800"/>
          </a:xfrm>
          <a:custGeom>
            <a:rect b="b" l="l" r="r" t="t"/>
            <a:pathLst>
              <a:path extrusionOk="0" h="50800" w="64135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extrusionOk="0" h="50800" w="64135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extrusionOk="0" h="50800" w="64135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" name="Google Shape;15;p49"/>
          <p:cNvSpPr/>
          <p:nvPr/>
        </p:nvSpPr>
        <p:spPr>
          <a:xfrm>
            <a:off x="3260445" y="3367264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" name="Google Shape;16;p49"/>
          <p:cNvSpPr/>
          <p:nvPr/>
        </p:nvSpPr>
        <p:spPr>
          <a:xfrm>
            <a:off x="3620326" y="3373615"/>
            <a:ext cx="38100" cy="0"/>
          </a:xfrm>
          <a:custGeom>
            <a:rect b="b" l="l" r="r" t="t"/>
            <a:pathLst>
              <a:path extrusionOk="0" h="120000"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" name="Google Shape;17;p49"/>
          <p:cNvSpPr/>
          <p:nvPr/>
        </p:nvSpPr>
        <p:spPr>
          <a:xfrm>
            <a:off x="3531425" y="3367265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49"/>
          <p:cNvSpPr/>
          <p:nvPr/>
        </p:nvSpPr>
        <p:spPr>
          <a:xfrm>
            <a:off x="3607626" y="3360914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25400"/>
                </a:moveTo>
                <a:lnTo>
                  <a:pt x="50801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p49"/>
          <p:cNvSpPr/>
          <p:nvPr/>
        </p:nvSpPr>
        <p:spPr>
          <a:xfrm>
            <a:off x="3878593" y="3360914"/>
            <a:ext cx="50800" cy="25400"/>
          </a:xfrm>
          <a:custGeom>
            <a:rect b="b" l="l" r="r" t="t"/>
            <a:pathLst>
              <a:path extrusionOk="0" h="25400" w="50800">
                <a:moveTo>
                  <a:pt x="0" y="0"/>
                </a:moveTo>
                <a:lnTo>
                  <a:pt x="38100" y="0"/>
                </a:lnTo>
              </a:path>
              <a:path extrusionOk="0" h="25400" w="50800">
                <a:moveTo>
                  <a:pt x="12700" y="12700"/>
                </a:moveTo>
                <a:lnTo>
                  <a:pt x="50801" y="12700"/>
                </a:lnTo>
              </a:path>
              <a:path extrusionOk="0" h="25400" w="508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" name="Google Shape;20;p49"/>
          <p:cNvSpPr/>
          <p:nvPr/>
        </p:nvSpPr>
        <p:spPr>
          <a:xfrm>
            <a:off x="3802393" y="3367265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" name="Google Shape;21;p49"/>
          <p:cNvSpPr/>
          <p:nvPr/>
        </p:nvSpPr>
        <p:spPr>
          <a:xfrm>
            <a:off x="3878593" y="3399015"/>
            <a:ext cx="50800" cy="12700"/>
          </a:xfrm>
          <a:custGeom>
            <a:rect b="b" l="l" r="r" t="t"/>
            <a:pathLst>
              <a:path extrusionOk="0" h="12700" w="50800">
                <a:moveTo>
                  <a:pt x="0" y="0"/>
                </a:moveTo>
                <a:lnTo>
                  <a:pt x="38100" y="0"/>
                </a:lnTo>
              </a:path>
              <a:path extrusionOk="0" h="12700" w="508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49"/>
          <p:cNvSpPr/>
          <p:nvPr/>
        </p:nvSpPr>
        <p:spPr>
          <a:xfrm>
            <a:off x="4149573" y="3360914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12700"/>
                </a:moveTo>
                <a:lnTo>
                  <a:pt x="50801" y="12700"/>
                </a:lnTo>
              </a:path>
              <a:path extrusionOk="0" h="50800" w="50800">
                <a:moveTo>
                  <a:pt x="12700" y="25400"/>
                </a:moveTo>
                <a:lnTo>
                  <a:pt x="50801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" name="Google Shape;23;p49"/>
          <p:cNvSpPr/>
          <p:nvPr/>
        </p:nvSpPr>
        <p:spPr>
          <a:xfrm>
            <a:off x="4451033" y="3391395"/>
            <a:ext cx="20320" cy="20320"/>
          </a:xfrm>
          <a:custGeom>
            <a:rect b="b" l="l" r="r" t="t"/>
            <a:pathLst>
              <a:path extrusionOk="0" h="20320" w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" name="Google Shape;24;p49"/>
          <p:cNvSpPr/>
          <p:nvPr/>
        </p:nvSpPr>
        <p:spPr>
          <a:xfrm>
            <a:off x="4423969" y="3364900"/>
            <a:ext cx="30480" cy="30480"/>
          </a:xfrm>
          <a:custGeom>
            <a:rect b="b" l="l" r="r" t="t"/>
            <a:pathLst>
              <a:path extrusionOk="0" h="30479" w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" name="Google Shape;25;p49"/>
          <p:cNvSpPr/>
          <p:nvPr/>
        </p:nvSpPr>
        <p:spPr>
          <a:xfrm>
            <a:off x="4329112" y="3360914"/>
            <a:ext cx="233679" cy="50800"/>
          </a:xfrm>
          <a:custGeom>
            <a:rect b="b" l="l" r="r" t="t"/>
            <a:pathLst>
              <a:path extrusionOk="0" h="50800" w="233679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extrusionOk="0" h="50800" w="233679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extrusionOk="0" h="50800" w="233679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extrusionOk="0" h="50800" w="233679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p49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49"/>
          <p:cNvSpPr txBox="1"/>
          <p:nvPr>
            <p:ph idx="1" type="body"/>
          </p:nvPr>
        </p:nvSpPr>
        <p:spPr>
          <a:xfrm>
            <a:off x="396557" y="623886"/>
            <a:ext cx="3902710" cy="2370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9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49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49"/>
          <p:cNvSpPr txBox="1"/>
          <p:nvPr>
            <p:ph idx="12" type="sldNum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 txBox="1"/>
          <p:nvPr>
            <p:ph type="title"/>
          </p:nvPr>
        </p:nvSpPr>
        <p:spPr>
          <a:xfrm>
            <a:off x="387249" y="295317"/>
            <a:ext cx="3675402" cy="756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218"/>
              <a:buFont typeface="Twentieth Century"/>
              <a:buNone/>
              <a:defRPr b="0" i="0" sz="2218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52"/>
          <p:cNvSpPr txBox="1"/>
          <p:nvPr>
            <p:ph idx="1" type="body"/>
          </p:nvPr>
        </p:nvSpPr>
        <p:spPr>
          <a:xfrm>
            <a:off x="387249" y="1153583"/>
            <a:ext cx="3675403" cy="203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92608" lvl="0" marL="457200" marR="0" rtl="0" algn="l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  <a:buClr>
                <a:schemeClr val="accent1"/>
              </a:buClr>
              <a:buSzPts val="1008"/>
              <a:buFont typeface="Twentieth Century"/>
              <a:buChar char=" "/>
              <a:defRPr b="0" i="0" sz="1008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79844" lvl="1" marL="914400" marR="0" rtl="0" algn="l">
              <a:lnSpc>
                <a:spcPct val="9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807"/>
              <a:buFont typeface="Noto Sans Symbols"/>
              <a:buChar char="🢝"/>
              <a:defRPr b="0" i="0" sz="807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267017" lvl="2" marL="1371600" marR="0" rtl="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Clr>
                <a:schemeClr val="accent1"/>
              </a:buClr>
              <a:buSzPts val="605"/>
              <a:buFont typeface="Noto Sans Symbols"/>
              <a:buChar char="🢝"/>
              <a:defRPr b="0" i="0" sz="605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267017" lvl="3" marL="1828800" marR="0" rtl="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Clr>
                <a:schemeClr val="accent1"/>
              </a:buClr>
              <a:buSzPts val="605"/>
              <a:buFont typeface="Noto Sans Symbols"/>
              <a:buChar char="🢝"/>
              <a:defRPr b="0" i="0" sz="605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267017" lvl="4" marL="2286000" marR="0" rtl="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Clr>
                <a:schemeClr val="accent1"/>
              </a:buClr>
              <a:buSzPts val="605"/>
              <a:buFont typeface="Noto Sans Symbols"/>
              <a:buChar char="🢝"/>
              <a:defRPr b="0" i="0" sz="605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267017" lvl="5" marL="2743200" marR="0" rtl="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Clr>
                <a:schemeClr val="accent1"/>
              </a:buClr>
              <a:buSzPts val="605"/>
              <a:buFont typeface="Noto Sans Symbols"/>
              <a:buChar char="🢝"/>
              <a:defRPr b="0" i="0" sz="605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267017" lvl="6" marL="3200400" marR="0" rtl="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Clr>
                <a:schemeClr val="accent1"/>
              </a:buClr>
              <a:buSzPts val="605"/>
              <a:buFont typeface="Noto Sans Symbols"/>
              <a:buChar char="🢝"/>
              <a:defRPr b="0" i="0" sz="605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267017" lvl="7" marL="3657600" marR="0" rtl="0" algn="l">
              <a:lnSpc>
                <a:spcPct val="90000"/>
              </a:lnSpc>
              <a:spcBef>
                <a:spcPts val="202"/>
              </a:spcBef>
              <a:spcAft>
                <a:spcPts val="0"/>
              </a:spcAft>
              <a:buClr>
                <a:schemeClr val="accent1"/>
              </a:buClr>
              <a:buSzPts val="605"/>
              <a:buFont typeface="Noto Sans Symbols"/>
              <a:buChar char="🢝"/>
              <a:defRPr b="0" i="0" sz="605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267017" lvl="8" marL="4114800" marR="0" rtl="0" algn="l">
              <a:lnSpc>
                <a:spcPct val="90000"/>
              </a:lnSpc>
              <a:spcBef>
                <a:spcPts val="202"/>
              </a:spcBef>
              <a:spcAft>
                <a:spcPts val="202"/>
              </a:spcAft>
              <a:buClr>
                <a:schemeClr val="accent1"/>
              </a:buClr>
              <a:buSzPts val="605"/>
              <a:buFont typeface="Noto Sans Symbols"/>
              <a:buChar char="🢝"/>
              <a:defRPr b="0" i="0" sz="605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63" name="Google Shape;63;p52"/>
          <p:cNvSpPr txBox="1"/>
          <p:nvPr>
            <p:ph idx="10" type="dt"/>
          </p:nvPr>
        </p:nvSpPr>
        <p:spPr>
          <a:xfrm>
            <a:off x="387249" y="3265309"/>
            <a:ext cx="814535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4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52"/>
          <p:cNvSpPr txBox="1"/>
          <p:nvPr>
            <p:ph idx="11" type="ftr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504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52"/>
          <p:cNvSpPr txBox="1"/>
          <p:nvPr>
            <p:ph idx="12" type="sldNum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l">
              <a:spcBef>
                <a:spcPts val="0"/>
              </a:spcBef>
              <a:buNone/>
              <a:defRPr sz="504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algn="l">
              <a:spcBef>
                <a:spcPts val="0"/>
              </a:spcBef>
              <a:buNone/>
              <a:defRPr sz="504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algn="l">
              <a:spcBef>
                <a:spcPts val="0"/>
              </a:spcBef>
              <a:buNone/>
              <a:defRPr sz="504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algn="l">
              <a:spcBef>
                <a:spcPts val="0"/>
              </a:spcBef>
              <a:buNone/>
              <a:defRPr sz="504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algn="l">
              <a:spcBef>
                <a:spcPts val="0"/>
              </a:spcBef>
              <a:buNone/>
              <a:defRPr sz="504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algn="l">
              <a:spcBef>
                <a:spcPts val="0"/>
              </a:spcBef>
              <a:buNone/>
              <a:defRPr sz="504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algn="l">
              <a:spcBef>
                <a:spcPts val="0"/>
              </a:spcBef>
              <a:buNone/>
              <a:defRPr sz="504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algn="l">
              <a:spcBef>
                <a:spcPts val="0"/>
              </a:spcBef>
              <a:buNone/>
              <a:defRPr sz="504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algn="l">
              <a:spcBef>
                <a:spcPts val="0"/>
              </a:spcBef>
              <a:buNone/>
              <a:defRPr sz="504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66" name="Google Shape;66;p52"/>
          <p:cNvCxnSpPr/>
          <p:nvPr/>
        </p:nvCxnSpPr>
        <p:spPr>
          <a:xfrm rot="10800000">
            <a:off x="288131" y="416988"/>
            <a:ext cx="0" cy="461433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4"/>
          <p:cNvSpPr txBox="1"/>
          <p:nvPr>
            <p:ph type="title"/>
          </p:nvPr>
        </p:nvSpPr>
        <p:spPr>
          <a:xfrm>
            <a:off x="230505" y="138590"/>
            <a:ext cx="4149090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7"/>
              <a:buFont typeface="Arial"/>
              <a:buNone/>
              <a:defRPr b="1" i="0" sz="201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5" name="Google Shape;285;p54"/>
          <p:cNvSpPr txBox="1"/>
          <p:nvPr>
            <p:ph idx="1" type="body"/>
          </p:nvPr>
        </p:nvSpPr>
        <p:spPr>
          <a:xfrm>
            <a:off x="230505" y="807509"/>
            <a:ext cx="4149090" cy="228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025" lvl="0" marL="457200" marR="0" rtl="0" algn="l">
              <a:spcBef>
                <a:spcPts val="323"/>
              </a:spcBef>
              <a:spcAft>
                <a:spcPts val="0"/>
              </a:spcAft>
              <a:buClr>
                <a:schemeClr val="dk1"/>
              </a:buClr>
              <a:buSzPts val="1613"/>
              <a:buFont typeface="Arial"/>
              <a:buChar char="•"/>
              <a:defRPr b="0" i="0" sz="161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8262" lvl="1" marL="914400" marR="0" rtl="0" algn="l">
              <a:spcBef>
                <a:spcPts val="282"/>
              </a:spcBef>
              <a:spcAft>
                <a:spcPts val="0"/>
              </a:spcAft>
              <a:buClr>
                <a:schemeClr val="dk1"/>
              </a:buClr>
              <a:buSzPts val="1412"/>
              <a:buFont typeface="Arial"/>
              <a:buChar char="–"/>
              <a:defRPr b="0" i="0" sz="141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5435" lvl="2" marL="1371600" marR="0" rtl="0" algn="l">
              <a:spcBef>
                <a:spcPts val="242"/>
              </a:spcBef>
              <a:spcAft>
                <a:spcPts val="0"/>
              </a:spcAft>
              <a:buClr>
                <a:schemeClr val="dk1"/>
              </a:buClr>
              <a:buSzPts val="1210"/>
              <a:buFont typeface="Arial"/>
              <a:buChar char="•"/>
              <a:defRPr b="0" i="0" sz="121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608" lvl="3" marL="1828800" marR="0" rtl="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Font typeface="Arial"/>
              <a:buChar char="–"/>
              <a:defRPr b="0" i="0" sz="10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607" lvl="4" marL="2286000" marR="0" rtl="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Font typeface="Arial"/>
              <a:buChar char="»"/>
              <a:defRPr b="0" i="0" sz="10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607" lvl="5" marL="2743200" marR="0" rtl="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Font typeface="Arial"/>
              <a:buChar char="•"/>
              <a:defRPr b="0" i="0" sz="10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607" lvl="6" marL="3200400" marR="0" rtl="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Font typeface="Arial"/>
              <a:buChar char="•"/>
              <a:defRPr b="0" i="0" sz="10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608" lvl="7" marL="3657600" marR="0" rtl="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Font typeface="Arial"/>
              <a:buChar char="•"/>
              <a:defRPr b="0" i="0" sz="10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608" lvl="8" marL="4114800" marR="0" rtl="0" algn="l"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008"/>
              <a:buFont typeface="Arial"/>
              <a:buChar char="•"/>
              <a:defRPr b="0" i="0" sz="100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6" name="Google Shape;286;p54"/>
          <p:cNvSpPr txBox="1"/>
          <p:nvPr>
            <p:ph idx="10" type="dt"/>
          </p:nvPr>
        </p:nvSpPr>
        <p:spPr>
          <a:xfrm>
            <a:off x="230505" y="3207603"/>
            <a:ext cx="1075690" cy="184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5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7" name="Google Shape;287;p54"/>
          <p:cNvSpPr txBox="1"/>
          <p:nvPr>
            <p:ph idx="11" type="ftr"/>
          </p:nvPr>
        </p:nvSpPr>
        <p:spPr>
          <a:xfrm>
            <a:off x="1575118" y="3207603"/>
            <a:ext cx="1459865" cy="184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5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8" name="Google Shape;288;p54"/>
          <p:cNvSpPr txBox="1"/>
          <p:nvPr>
            <p:ph idx="12" type="sldNum"/>
          </p:nvPr>
        </p:nvSpPr>
        <p:spPr>
          <a:xfrm>
            <a:off x="3303905" y="3207603"/>
            <a:ext cx="1075690" cy="184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algn="r">
              <a:spcBef>
                <a:spcPts val="0"/>
              </a:spcBef>
              <a:buNone/>
              <a:defRPr sz="605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r">
              <a:spcBef>
                <a:spcPts val="0"/>
              </a:spcBef>
              <a:buNone/>
              <a:defRPr sz="605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algn="r">
              <a:spcBef>
                <a:spcPts val="0"/>
              </a:spcBef>
              <a:buNone/>
              <a:defRPr sz="605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algn="r">
              <a:spcBef>
                <a:spcPts val="0"/>
              </a:spcBef>
              <a:buNone/>
              <a:defRPr sz="605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algn="r">
              <a:spcBef>
                <a:spcPts val="0"/>
              </a:spcBef>
              <a:buNone/>
              <a:defRPr sz="605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algn="r">
              <a:spcBef>
                <a:spcPts val="0"/>
              </a:spcBef>
              <a:buNone/>
              <a:defRPr sz="605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algn="r">
              <a:spcBef>
                <a:spcPts val="0"/>
              </a:spcBef>
              <a:buNone/>
              <a:defRPr sz="605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algn="r">
              <a:spcBef>
                <a:spcPts val="0"/>
              </a:spcBef>
              <a:buNone/>
              <a:defRPr sz="605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algn="r">
              <a:spcBef>
                <a:spcPts val="0"/>
              </a:spcBef>
              <a:buNone/>
              <a:defRPr sz="605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Relationship Id="rId4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"/>
          <p:cNvSpPr txBox="1"/>
          <p:nvPr/>
        </p:nvSpPr>
        <p:spPr>
          <a:xfrm>
            <a:off x="1578559" y="1772688"/>
            <a:ext cx="1450975" cy="685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 3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Math Foundations Team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Analytic geometry</a:t>
            </a:r>
            <a:endParaRPr/>
          </a:p>
        </p:txBody>
      </p:sp>
      <p:sp>
        <p:nvSpPr>
          <p:cNvPr id="438" name="Google Shape;438;p3"/>
          <p:cNvSpPr txBox="1"/>
          <p:nvPr/>
        </p:nvSpPr>
        <p:spPr>
          <a:xfrm>
            <a:off x="421957" y="982304"/>
            <a:ext cx="3734435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177165" lvl="0" marL="215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We have studied vector spaces in the previous lecture.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304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Now we would like to provide some geometric interpretation to these concepts.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130175" rtl="0" algn="l">
              <a:lnSpc>
                <a:spcPct val="102699"/>
              </a:lnSpc>
              <a:spcBef>
                <a:spcPts val="29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We shall take a close look at geometric vectors and the concepts of lengths of vectors and angles between vectors.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4381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But first we need to add the concept of an inner product to our vector space.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"/>
          <p:cNvSpPr txBox="1"/>
          <p:nvPr>
            <p:ph type="title"/>
          </p:nvPr>
        </p:nvSpPr>
        <p:spPr>
          <a:xfrm>
            <a:off x="95300" y="72527"/>
            <a:ext cx="289433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Motivation to study the distance between vectors </a:t>
            </a:r>
            <a:endParaRPr/>
          </a:p>
        </p:txBody>
      </p:sp>
      <p:sp>
        <p:nvSpPr>
          <p:cNvPr id="444" name="Google Shape;444;p4"/>
          <p:cNvSpPr txBox="1"/>
          <p:nvPr>
            <p:ph idx="1" type="body"/>
          </p:nvPr>
        </p:nvSpPr>
        <p:spPr>
          <a:xfrm>
            <a:off x="95300" y="739775"/>
            <a:ext cx="4343349" cy="236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First let us introduce Similarity and Dissimilarity between data Objects: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IN"/>
              <a:t>Similarity is a numerical measure of how alike two data objects are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IN"/>
              <a:t>Value is higher when data objects are more alike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IN"/>
              <a:t>Often falls in the range of [0,1] (Otherwise one can normalize)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IN"/>
              <a:t>Dissimilarity is a numerical measure of how different two data objects are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IN"/>
              <a:t>Lower when objects are more alike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IN"/>
              <a:t>Minimum dissimilarity is 0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IN"/>
              <a:t>Upper limits varies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"/>
          <p:cNvSpPr txBox="1"/>
          <p:nvPr>
            <p:ph type="title"/>
          </p:nvPr>
        </p:nvSpPr>
        <p:spPr>
          <a:xfrm>
            <a:off x="95300" y="72527"/>
            <a:ext cx="289433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The Data Matrix and Dissimilarity matrix</a:t>
            </a:r>
            <a:endParaRPr/>
          </a:p>
        </p:txBody>
      </p:sp>
      <p:sp>
        <p:nvSpPr>
          <p:cNvPr id="450" name="Google Shape;450;p5"/>
          <p:cNvSpPr txBox="1"/>
          <p:nvPr>
            <p:ph idx="1" type="body"/>
          </p:nvPr>
        </p:nvSpPr>
        <p:spPr>
          <a:xfrm>
            <a:off x="171449" y="815975"/>
            <a:ext cx="4127817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</a:t>
            </a:r>
            <a:endParaRPr/>
          </a:p>
        </p:txBody>
      </p:sp>
      <p:sp>
        <p:nvSpPr>
          <p:cNvPr id="451" name="Google Shape;451;p5"/>
          <p:cNvSpPr txBox="1"/>
          <p:nvPr/>
        </p:nvSpPr>
        <p:spPr>
          <a:xfrm>
            <a:off x="171450" y="815976"/>
            <a:ext cx="4267202" cy="222791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7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/>
              <a:t> </a:t>
            </a:r>
            <a:endParaRPr/>
          </a:p>
        </p:txBody>
      </p:sp>
      <p:sp>
        <p:nvSpPr>
          <p:cNvPr id="452" name="Google Shape;452;p5"/>
          <p:cNvSpPr txBox="1"/>
          <p:nvPr/>
        </p:nvSpPr>
        <p:spPr>
          <a:xfrm>
            <a:off x="1839861" y="1272048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3" name="Google Shape;453;p5"/>
          <p:cNvSpPr txBox="1"/>
          <p:nvPr/>
        </p:nvSpPr>
        <p:spPr>
          <a:xfrm>
            <a:off x="1085850" y="1128536"/>
            <a:ext cx="7620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/>
              <a:t>Data Objects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/>
              <a:t>x</a:t>
            </a:r>
            <a:r>
              <a:rPr baseline="-25000" lang="en-IN" sz="1000"/>
              <a:t>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IN" sz="1000"/>
              <a:t> </a:t>
            </a:r>
            <a:r>
              <a:rPr lang="en-IN" sz="1000"/>
              <a:t>x</a:t>
            </a:r>
            <a:r>
              <a:rPr baseline="-25000" lang="en-IN" sz="1000"/>
              <a:t>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/>
              <a:t>x</a:t>
            </a:r>
            <a:r>
              <a:rPr baseline="-25000" lang="en-IN" sz="1000"/>
              <a:t>n</a:t>
            </a:r>
            <a:r>
              <a:rPr lang="en-IN" sz="1000"/>
              <a:t> </a:t>
            </a:r>
            <a:endParaRPr sz="1000"/>
          </a:p>
        </p:txBody>
      </p:sp>
      <p:sp>
        <p:nvSpPr>
          <p:cNvPr id="454" name="Google Shape;454;p5"/>
          <p:cNvSpPr txBox="1"/>
          <p:nvPr/>
        </p:nvSpPr>
        <p:spPr>
          <a:xfrm>
            <a:off x="1695450" y="1128536"/>
            <a:ext cx="17526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/>
              <a:t>         Attributes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"/>
          <p:cNvSpPr txBox="1"/>
          <p:nvPr>
            <p:ph type="title"/>
          </p:nvPr>
        </p:nvSpPr>
        <p:spPr>
          <a:xfrm>
            <a:off x="95300" y="72527"/>
            <a:ext cx="28943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Dissimilarity Matrix</a:t>
            </a:r>
            <a:endParaRPr/>
          </a:p>
        </p:txBody>
      </p:sp>
      <p:sp>
        <p:nvSpPr>
          <p:cNvPr id="460" name="Google Shape;460;p6"/>
          <p:cNvSpPr txBox="1"/>
          <p:nvPr>
            <p:ph idx="1" type="body"/>
          </p:nvPr>
        </p:nvSpPr>
        <p:spPr>
          <a:xfrm>
            <a:off x="95412" y="739775"/>
            <a:ext cx="4190838" cy="2551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182" r="-727" t="-1908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"/>
          <p:cNvSpPr txBox="1"/>
          <p:nvPr>
            <p:ph type="title"/>
          </p:nvPr>
        </p:nvSpPr>
        <p:spPr>
          <a:xfrm>
            <a:off x="95300" y="72527"/>
            <a:ext cx="28943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Dissimilarity Measures</a:t>
            </a:r>
            <a:endParaRPr/>
          </a:p>
        </p:txBody>
      </p:sp>
      <p:sp>
        <p:nvSpPr>
          <p:cNvPr id="466" name="Google Shape;466;p7"/>
          <p:cNvSpPr txBox="1"/>
          <p:nvPr>
            <p:ph idx="1" type="body"/>
          </p:nvPr>
        </p:nvSpPr>
        <p:spPr>
          <a:xfrm>
            <a:off x="247650" y="739775"/>
            <a:ext cx="3902710" cy="21071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43" r="0" t="-2021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8"/>
          <p:cNvSpPr txBox="1"/>
          <p:nvPr>
            <p:ph type="title"/>
          </p:nvPr>
        </p:nvSpPr>
        <p:spPr>
          <a:xfrm>
            <a:off x="95300" y="72527"/>
            <a:ext cx="289433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Example of a dissimilarity matrix with Euclidian distance</a:t>
            </a:r>
            <a:endParaRPr/>
          </a:p>
        </p:txBody>
      </p:sp>
      <p:sp>
        <p:nvSpPr>
          <p:cNvPr id="472" name="Google Shape;472;p8"/>
          <p:cNvSpPr txBox="1"/>
          <p:nvPr>
            <p:ph idx="1" type="body"/>
          </p:nvPr>
        </p:nvSpPr>
        <p:spPr>
          <a:xfrm>
            <a:off x="323851" y="815975"/>
            <a:ext cx="393255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Suppose our data matrix of four data objects is given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73" name="Google Shape;473;p8"/>
          <p:cNvGraphicFramePr/>
          <p:nvPr/>
        </p:nvGraphicFramePr>
        <p:xfrm>
          <a:off x="476249" y="1044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{C802B85F-AE40-4370-A810-ECA8604EEE6A}</a:tableStyleId>
              </a:tblPr>
              <a:tblGrid>
                <a:gridCol w="925250"/>
                <a:gridCol w="925250"/>
                <a:gridCol w="9252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Data Object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Attribute 1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Attribute 2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8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</a:t>
                      </a:r>
                      <a:r>
                        <a:rPr baseline="-25000" lang="en-IN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</a:t>
                      </a:r>
                      <a:r>
                        <a:rPr baseline="-25000" lang="en-IN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</a:t>
                      </a:r>
                      <a:r>
                        <a:rPr baseline="-25000" lang="en-IN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</a:t>
                      </a:r>
                      <a:r>
                        <a:rPr baseline="-25000" lang="en-IN" sz="1800"/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9"/>
          <p:cNvSpPr txBox="1"/>
          <p:nvPr>
            <p:ph type="title"/>
          </p:nvPr>
        </p:nvSpPr>
        <p:spPr>
          <a:xfrm>
            <a:off x="95300" y="72527"/>
            <a:ext cx="289433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Example of a dissimilarity matrix with Euclidian distance</a:t>
            </a:r>
            <a:endParaRPr/>
          </a:p>
        </p:txBody>
      </p:sp>
      <p:sp>
        <p:nvSpPr>
          <p:cNvPr id="479" name="Google Shape;479;p9"/>
          <p:cNvSpPr txBox="1"/>
          <p:nvPr>
            <p:ph idx="1" type="body"/>
          </p:nvPr>
        </p:nvSpPr>
        <p:spPr>
          <a:xfrm>
            <a:off x="247650" y="815975"/>
            <a:ext cx="4051617" cy="2178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80" name="Google Shape;480;p9"/>
          <p:cNvGraphicFramePr/>
          <p:nvPr/>
        </p:nvGraphicFramePr>
        <p:xfrm>
          <a:off x="310833" y="8224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{C802B85F-AE40-4370-A810-ECA8604EEE6A}</a:tableStyleId>
              </a:tblPr>
              <a:tblGrid>
                <a:gridCol w="614675"/>
                <a:gridCol w="614675"/>
                <a:gridCol w="614675"/>
                <a:gridCol w="614675"/>
                <a:gridCol w="614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</a:t>
                      </a:r>
                      <a:r>
                        <a:rPr baseline="-25000" lang="en-IN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</a:t>
                      </a:r>
                      <a:r>
                        <a:rPr baseline="-25000" lang="en-IN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</a:t>
                      </a:r>
                      <a:r>
                        <a:rPr baseline="-25000" lang="en-IN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</a:t>
                      </a:r>
                      <a:r>
                        <a:rPr baseline="-25000" lang="en-IN" sz="1800"/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</a:t>
                      </a:r>
                      <a:r>
                        <a:rPr baseline="-25000" lang="en-IN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3.61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2.24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4.24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</a:t>
                      </a:r>
                      <a:r>
                        <a:rPr baseline="-25000" lang="en-IN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3.61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5.1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</a:t>
                      </a:r>
                      <a:r>
                        <a:rPr baseline="-25000" lang="en-IN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2.24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5.1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5.39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</a:t>
                      </a:r>
                      <a:r>
                        <a:rPr baseline="-25000" lang="en-IN" sz="1800"/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4.24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5.39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0"/>
          <p:cNvSpPr txBox="1"/>
          <p:nvPr>
            <p:ph type="title"/>
          </p:nvPr>
        </p:nvSpPr>
        <p:spPr>
          <a:xfrm>
            <a:off x="95300" y="72527"/>
            <a:ext cx="28943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Example Ctd</a:t>
            </a:r>
            <a:endParaRPr/>
          </a:p>
        </p:txBody>
      </p:sp>
      <p:sp>
        <p:nvSpPr>
          <p:cNvPr id="486" name="Google Shape;486;p10"/>
          <p:cNvSpPr txBox="1"/>
          <p:nvPr>
            <p:ph idx="1" type="body"/>
          </p:nvPr>
        </p:nvSpPr>
        <p:spPr>
          <a:xfrm>
            <a:off x="171450" y="815975"/>
            <a:ext cx="4127817" cy="223631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996" l="-2067" r="0" t="-2179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1"/>
          <p:cNvSpPr txBox="1"/>
          <p:nvPr>
            <p:ph type="title"/>
          </p:nvPr>
        </p:nvSpPr>
        <p:spPr>
          <a:xfrm>
            <a:off x="95300" y="72527"/>
            <a:ext cx="28943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Dot product in R</a:t>
            </a:r>
            <a:r>
              <a:rPr baseline="30000" lang="en-IN"/>
              <a:t>n</a:t>
            </a:r>
            <a:endParaRPr/>
          </a:p>
        </p:txBody>
      </p:sp>
      <p:sp>
        <p:nvSpPr>
          <p:cNvPr id="492" name="Google Shape;492;p11"/>
          <p:cNvSpPr txBox="1"/>
          <p:nvPr>
            <p:ph idx="1" type="body"/>
          </p:nvPr>
        </p:nvSpPr>
        <p:spPr>
          <a:xfrm>
            <a:off x="247651" y="815975"/>
            <a:ext cx="4008754" cy="256698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282" r="-912" t="-2137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2"/>
          <p:cNvSpPr txBox="1"/>
          <p:nvPr>
            <p:ph type="title"/>
          </p:nvPr>
        </p:nvSpPr>
        <p:spPr>
          <a:xfrm>
            <a:off x="95300" y="72528"/>
            <a:ext cx="2819350" cy="663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Definitions: Bilinear Mapping, Symmetric Mapping and Positive Definite Mapping</a:t>
            </a:r>
            <a:endParaRPr/>
          </a:p>
        </p:txBody>
      </p:sp>
      <p:sp>
        <p:nvSpPr>
          <p:cNvPr id="498" name="Google Shape;498;p12"/>
          <p:cNvSpPr txBox="1"/>
          <p:nvPr/>
        </p:nvSpPr>
        <p:spPr>
          <a:xfrm>
            <a:off x="323850" y="815976"/>
            <a:ext cx="3972560" cy="1909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08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78130" marR="93980" rtl="0" algn="l">
              <a:lnSpc>
                <a:spcPct val="122727"/>
              </a:lnSpc>
              <a:spcBef>
                <a:spcPts val="2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 bilinear mapping Ω is a mapping with two arguments and is linear in both arguments: Let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be a vector space such that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z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, and let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λ, ψ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lang="en-IN" sz="1100">
                <a:latin typeface="Century"/>
                <a:ea typeface="Century"/>
                <a:cs typeface="Century"/>
                <a:sym typeface="Century"/>
              </a:rPr>
              <a:t>R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. Then we have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27813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Ω(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λ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ψ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λ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Ω(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+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ψ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Ω(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), and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27813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Ω(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λ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ψ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λ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Ω(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+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ψ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Ω(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78130" marR="249554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Let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be a vector space and Ω :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×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→ </a:t>
            </a:r>
            <a:r>
              <a:rPr lang="en-IN" sz="1100">
                <a:latin typeface="Century"/>
                <a:ea typeface="Century"/>
                <a:cs typeface="Century"/>
                <a:sym typeface="Century"/>
              </a:rPr>
              <a:t>R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be a bilinear mapping that takes two vectors as arguments and returns a real number. Then Ω is called symmetric if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27813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Ω(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= Ω(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). Also Ω is called positive-definite if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27813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∀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\ {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}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Ω(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&gt;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0 and Ω(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= 0.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3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Inner products</a:t>
            </a:r>
            <a:endParaRPr/>
          </a:p>
        </p:txBody>
      </p:sp>
      <p:sp>
        <p:nvSpPr>
          <p:cNvPr id="504" name="Google Shape;504;p13"/>
          <p:cNvSpPr txBox="1"/>
          <p:nvPr/>
        </p:nvSpPr>
        <p:spPr>
          <a:xfrm>
            <a:off x="409257" y="819593"/>
            <a:ext cx="3890010" cy="184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77165" lvl="0" marL="227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 positive-definite, symmetric bilinear mapping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227329" marR="4318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Ω :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×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→ </a:t>
            </a:r>
            <a:r>
              <a:rPr lang="en-IN" sz="1100">
                <a:latin typeface="Century"/>
                <a:ea typeface="Century"/>
                <a:cs typeface="Century"/>
                <a:sym typeface="Century"/>
              </a:rPr>
              <a:t>R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is called an inner product. To denote an inner product on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we generally write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⟨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⟩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27965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The pair (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⟨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., .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⟩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is called an inner product space.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27329" marR="43815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Next we introduce the concept of symmetric, positive-definite matrices and show we can express an inner product using such matrices.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27329" marR="431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We recall that in a vector space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any vector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can be written as linear combination of the basis vectors. We use this to express an inner product in terms of a matrix. 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4"/>
          <p:cNvSpPr txBox="1"/>
          <p:nvPr>
            <p:ph type="title"/>
          </p:nvPr>
        </p:nvSpPr>
        <p:spPr>
          <a:xfrm>
            <a:off x="95300" y="72527"/>
            <a:ext cx="28943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Notation for coordinates</a:t>
            </a:r>
            <a:endParaRPr/>
          </a:p>
        </p:txBody>
      </p:sp>
      <p:sp>
        <p:nvSpPr>
          <p:cNvPr id="510" name="Google Shape;510;p14"/>
          <p:cNvSpPr txBox="1"/>
          <p:nvPr/>
        </p:nvSpPr>
        <p:spPr>
          <a:xfrm>
            <a:off x="95300" y="892175"/>
            <a:ext cx="4267150" cy="22577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/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5"/>
          <p:cNvSpPr txBox="1"/>
          <p:nvPr>
            <p:ph type="title"/>
          </p:nvPr>
        </p:nvSpPr>
        <p:spPr>
          <a:xfrm>
            <a:off x="95300" y="72527"/>
            <a:ext cx="289433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Symmetric Matrices and Positive Definite Matrices</a:t>
            </a:r>
            <a:endParaRPr/>
          </a:p>
        </p:txBody>
      </p:sp>
      <p:sp>
        <p:nvSpPr>
          <p:cNvPr id="516" name="Google Shape;516;p15"/>
          <p:cNvSpPr txBox="1"/>
          <p:nvPr/>
        </p:nvSpPr>
        <p:spPr>
          <a:xfrm>
            <a:off x="171450" y="815975"/>
            <a:ext cx="4267200" cy="218290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/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6"/>
          <p:cNvSpPr txBox="1"/>
          <p:nvPr>
            <p:ph type="title"/>
          </p:nvPr>
        </p:nvSpPr>
        <p:spPr>
          <a:xfrm>
            <a:off x="95300" y="72527"/>
            <a:ext cx="28943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Relooking at Dot Product in R</a:t>
            </a:r>
            <a:r>
              <a:rPr baseline="30000" lang="en-IN"/>
              <a:t>n</a:t>
            </a:r>
            <a:endParaRPr/>
          </a:p>
        </p:txBody>
      </p:sp>
      <p:sp>
        <p:nvSpPr>
          <p:cNvPr id="522" name="Google Shape;522;p16"/>
          <p:cNvSpPr txBox="1"/>
          <p:nvPr>
            <p:ph idx="1" type="body"/>
          </p:nvPr>
        </p:nvSpPr>
        <p:spPr>
          <a:xfrm>
            <a:off x="171450" y="739775"/>
            <a:ext cx="4191000" cy="2664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034" r="0" t="-160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7"/>
          <p:cNvSpPr txBox="1"/>
          <p:nvPr>
            <p:ph type="title"/>
          </p:nvPr>
        </p:nvSpPr>
        <p:spPr>
          <a:xfrm>
            <a:off x="95300" y="72527"/>
            <a:ext cx="28943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Example</a:t>
            </a:r>
            <a:endParaRPr/>
          </a:p>
        </p:txBody>
      </p:sp>
      <p:sp>
        <p:nvSpPr>
          <p:cNvPr id="528" name="Google Shape;528;p17"/>
          <p:cNvSpPr txBox="1"/>
          <p:nvPr>
            <p:ph idx="1" type="body"/>
          </p:nvPr>
        </p:nvSpPr>
        <p:spPr>
          <a:xfrm>
            <a:off x="247650" y="739775"/>
            <a:ext cx="3902710" cy="24248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763" l="-2343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8"/>
          <p:cNvSpPr txBox="1"/>
          <p:nvPr>
            <p:ph type="title"/>
          </p:nvPr>
        </p:nvSpPr>
        <p:spPr>
          <a:xfrm>
            <a:off x="95300" y="72527"/>
            <a:ext cx="28943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Example(Ctd)</a:t>
            </a:r>
            <a:endParaRPr/>
          </a:p>
        </p:txBody>
      </p:sp>
      <p:sp>
        <p:nvSpPr>
          <p:cNvPr id="534" name="Google Shape;534;p18"/>
          <p:cNvSpPr txBox="1"/>
          <p:nvPr>
            <p:ph idx="1" type="body"/>
          </p:nvPr>
        </p:nvSpPr>
        <p:spPr>
          <a:xfrm>
            <a:off x="323850" y="739775"/>
            <a:ext cx="3902710" cy="2200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Now the inner product in R</a:t>
            </a:r>
            <a:r>
              <a:rPr baseline="30000" lang="en-IN"/>
              <a:t>n</a:t>
            </a:r>
            <a:r>
              <a:rPr lang="en-IN"/>
              <a:t> using this matrix A can be defined as &lt;x, y&gt; = X</a:t>
            </a:r>
            <a:r>
              <a:rPr baseline="30000" lang="en-IN"/>
              <a:t>T</a:t>
            </a:r>
            <a:r>
              <a:rPr lang="en-IN"/>
              <a:t>(Ay).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Proof: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&lt; &gt; is symmetric since &lt;x, y&gt; = X</a:t>
            </a:r>
            <a:r>
              <a:rPr baseline="30000" lang="en-IN"/>
              <a:t>T</a:t>
            </a:r>
            <a:r>
              <a:rPr lang="en-IN"/>
              <a:t>(Ay) = [X</a:t>
            </a:r>
            <a:r>
              <a:rPr baseline="30000" lang="en-IN"/>
              <a:t>T</a:t>
            </a:r>
            <a:r>
              <a:rPr lang="en-IN"/>
              <a:t>(Ay)]</a:t>
            </a:r>
            <a:r>
              <a:rPr baseline="30000" lang="en-IN"/>
              <a:t>T</a:t>
            </a:r>
            <a:r>
              <a:rPr lang="en-IN"/>
              <a:t> (Since &lt;x, y&gt; is a real number)   = (Ay)</a:t>
            </a:r>
            <a:r>
              <a:rPr baseline="30000" lang="en-IN"/>
              <a:t>T</a:t>
            </a:r>
            <a:r>
              <a:rPr lang="en-IN"/>
              <a:t> X = (y</a:t>
            </a:r>
            <a:r>
              <a:rPr baseline="30000" lang="en-IN"/>
              <a:t>T</a:t>
            </a:r>
            <a:r>
              <a:rPr lang="en-IN"/>
              <a:t>A</a:t>
            </a:r>
            <a:r>
              <a:rPr baseline="30000" lang="en-IN"/>
              <a:t>T</a:t>
            </a:r>
            <a:r>
              <a:rPr lang="en-IN"/>
              <a:t>)x = (y</a:t>
            </a:r>
            <a:r>
              <a:rPr baseline="30000" lang="en-IN"/>
              <a:t>T</a:t>
            </a:r>
            <a:r>
              <a:rPr lang="en-IN"/>
              <a:t>A)x = y</a:t>
            </a:r>
            <a:r>
              <a:rPr baseline="30000" lang="en-IN"/>
              <a:t>T</a:t>
            </a:r>
            <a:r>
              <a:rPr lang="en-IN"/>
              <a:t>(Ax) = &lt;y, x&gt; [The last two steps follow since A is symmetric and matrix multiplication  is associative.]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&lt;(ax+by) , z&gt; = (ax +by)</a:t>
            </a:r>
            <a:r>
              <a:rPr baseline="30000" lang="en-IN"/>
              <a:t>T </a:t>
            </a:r>
            <a:r>
              <a:rPr lang="en-IN"/>
              <a:t>Az = (ax</a:t>
            </a:r>
            <a:r>
              <a:rPr baseline="30000" lang="en-IN"/>
              <a:t>T</a:t>
            </a:r>
            <a:r>
              <a:rPr lang="en-IN"/>
              <a:t>+ by</a:t>
            </a:r>
            <a:r>
              <a:rPr baseline="30000" lang="en-IN"/>
              <a:t>T</a:t>
            </a:r>
            <a:r>
              <a:rPr lang="en-IN"/>
              <a:t>)Az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                                          = a(x</a:t>
            </a:r>
            <a:r>
              <a:rPr baseline="30000" lang="en-IN"/>
              <a:t>T</a:t>
            </a:r>
            <a:r>
              <a:rPr lang="en-IN"/>
              <a:t>Az) + b(y</a:t>
            </a:r>
            <a:r>
              <a:rPr baseline="30000" lang="en-IN"/>
              <a:t>T</a:t>
            </a:r>
            <a:r>
              <a:rPr lang="en-IN"/>
              <a:t>Az)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                                          = a&lt;x, z&gt; + b&lt;y, z&gt;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Similarly one can prove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&lt;x, ay + bz&gt; = a&lt;x, y&gt; + b&lt;y, z&gt;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9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9"/>
          <p:cNvSpPr txBox="1"/>
          <p:nvPr>
            <p:ph idx="1" type="body"/>
          </p:nvPr>
        </p:nvSpPr>
        <p:spPr>
          <a:xfrm>
            <a:off x="247650" y="739775"/>
            <a:ext cx="390271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Now &lt;x, x&gt; = x</a:t>
            </a:r>
            <a:r>
              <a:rPr baseline="30000" lang="en-IN"/>
              <a:t>T</a:t>
            </a:r>
            <a:r>
              <a:rPr lang="en-IN"/>
              <a:t>Ax &gt; 0 if x ≠ 0. Since A is positive definite.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Also &lt;x, x&gt; = 0 if and only if x = 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Converse of this result is also true, namely if &lt; &gt; is an inner product on R</a:t>
            </a:r>
            <a:r>
              <a:rPr baseline="30000" lang="en-IN"/>
              <a:t>n</a:t>
            </a:r>
            <a:r>
              <a:rPr lang="en-IN"/>
              <a:t> then there exists a nxn symmetric positive definite matrix A such that &lt;x, y&gt; = x</a:t>
            </a:r>
            <a:r>
              <a:rPr baseline="30000" lang="en-IN"/>
              <a:t>T</a:t>
            </a:r>
            <a:r>
              <a:rPr lang="en-IN"/>
              <a:t>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theorem can be generalized for any general metric space V which we sate and prove in the following slides.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0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Symmetric, positive-definite matrices</a:t>
            </a:r>
            <a:endParaRPr/>
          </a:p>
        </p:txBody>
      </p:sp>
      <p:sp>
        <p:nvSpPr>
          <p:cNvPr id="546" name="Google Shape;546;p20"/>
          <p:cNvSpPr txBox="1"/>
          <p:nvPr/>
        </p:nvSpPr>
        <p:spPr>
          <a:xfrm>
            <a:off x="245694" y="926387"/>
            <a:ext cx="4091304" cy="177792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11" l="0" r="-892" t="-27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/>
              <a:t> 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1"/>
          <p:cNvSpPr txBox="1"/>
          <p:nvPr>
            <p:ph type="title"/>
          </p:nvPr>
        </p:nvSpPr>
        <p:spPr>
          <a:xfrm>
            <a:off x="95300" y="72527"/>
            <a:ext cx="28943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Proof (Ctd)</a:t>
            </a:r>
            <a:endParaRPr/>
          </a:p>
        </p:txBody>
      </p:sp>
      <p:sp>
        <p:nvSpPr>
          <p:cNvPr id="552" name="Google Shape;552;p21"/>
          <p:cNvSpPr txBox="1"/>
          <p:nvPr>
            <p:ph idx="1" type="body"/>
          </p:nvPr>
        </p:nvSpPr>
        <p:spPr>
          <a:xfrm>
            <a:off x="396557" y="815975"/>
            <a:ext cx="3661093" cy="2178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3" name="Google Shape;5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00" y="663575"/>
            <a:ext cx="4223067" cy="2464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2"/>
          <p:cNvSpPr txBox="1"/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Proof (Ctd)</a:t>
            </a:r>
            <a:endParaRPr/>
          </a:p>
        </p:txBody>
      </p:sp>
      <p:sp>
        <p:nvSpPr>
          <p:cNvPr id="559" name="Google Shape;559;p22"/>
          <p:cNvSpPr txBox="1"/>
          <p:nvPr/>
        </p:nvSpPr>
        <p:spPr>
          <a:xfrm>
            <a:off x="323851" y="739776"/>
            <a:ext cx="3749992" cy="108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27329" marR="431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This means that the inner product is entirely determined through the matrix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. The symmetry of the inner product means that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ij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⟨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j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⟩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ji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⟨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j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⟩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. Thus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is symmetric.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2796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The positive-definiteness of the inner product means that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227329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∀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\{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}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&gt;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0.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3"/>
          <p:cNvSpPr txBox="1"/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Proof(Ctd)</a:t>
            </a:r>
            <a:endParaRPr/>
          </a:p>
        </p:txBody>
      </p:sp>
      <p:sp>
        <p:nvSpPr>
          <p:cNvPr id="565" name="Google Shape;565;p23"/>
          <p:cNvSpPr txBox="1"/>
          <p:nvPr/>
        </p:nvSpPr>
        <p:spPr>
          <a:xfrm>
            <a:off x="171450" y="892173"/>
            <a:ext cx="4114800" cy="1279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40029" marR="64135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900"/>
              <a:buFont typeface="Lucida Sans"/>
              <a:buChar char="►"/>
            </a:pPr>
            <a:r>
              <a:rPr lang="en-IN" sz="900">
                <a:latin typeface="Tahoma"/>
                <a:ea typeface="Tahoma"/>
                <a:cs typeface="Tahoma"/>
                <a:sym typeface="Tahoma"/>
              </a:rPr>
              <a:t>Now let us consider an operation op such that </a:t>
            </a:r>
            <a:r>
              <a:rPr lang="en-IN" sz="90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900">
                <a:latin typeface="Arial"/>
                <a:ea typeface="Arial"/>
                <a:cs typeface="Arial"/>
                <a:sym typeface="Arial"/>
              </a:rPr>
              <a:t>op</a:t>
            </a:r>
            <a:r>
              <a:rPr lang="en-IN" sz="90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9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IN" sz="90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IN" sz="900"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aseline="30000" i="1" lang="en-IN" sz="9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i="1" lang="en-IN" sz="9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IN" sz="90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900">
                <a:latin typeface="Tahoma"/>
                <a:ea typeface="Tahoma"/>
                <a:cs typeface="Tahoma"/>
                <a:sym typeface="Tahoma"/>
              </a:rPr>
              <a:t>ˆ where </a:t>
            </a:r>
            <a:r>
              <a:rPr lang="en-IN" sz="9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IN" sz="900">
                <a:latin typeface="Tahoma"/>
                <a:ea typeface="Tahoma"/>
                <a:cs typeface="Tahoma"/>
                <a:sym typeface="Tahoma"/>
              </a:rPr>
              <a:t>is a symmetric, positive definite matrix.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40029" marR="107950" rtl="0" algn="l">
              <a:lnSpc>
                <a:spcPct val="133333"/>
              </a:lnSpc>
              <a:spcBef>
                <a:spcPts val="315"/>
              </a:spcBef>
              <a:spcAft>
                <a:spcPts val="0"/>
              </a:spcAft>
              <a:buClr>
                <a:srgbClr val="3333B2"/>
              </a:buClr>
              <a:buSzPts val="900"/>
              <a:buFont typeface="Lucida Sans"/>
              <a:buChar char="►"/>
            </a:pPr>
            <a:r>
              <a:rPr lang="en-IN" sz="900">
                <a:latin typeface="Tahoma"/>
                <a:ea typeface="Tahoma"/>
                <a:cs typeface="Tahoma"/>
                <a:sym typeface="Tahoma"/>
              </a:rPr>
              <a:t>We shall show that ”op” is an inner product by showing that it has all the properties of an inner product: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65734" lvl="1" marL="515619" rtl="0" algn="l">
              <a:lnSpc>
                <a:spcPct val="114285"/>
              </a:lnSpc>
              <a:spcBef>
                <a:spcPts val="150"/>
              </a:spcBef>
              <a:spcAft>
                <a:spcPts val="0"/>
              </a:spcAft>
              <a:buClr>
                <a:srgbClr val="3333B2"/>
              </a:buClr>
              <a:buSzPts val="1000"/>
              <a:buFont typeface="Lucida Sans"/>
              <a:buChar char="►"/>
            </a:pP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”op” has symmetry because 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000">
                <a:latin typeface="Arial"/>
                <a:ea typeface="Arial"/>
                <a:cs typeface="Arial"/>
                <a:sym typeface="Arial"/>
              </a:rPr>
              <a:t>op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aseline="30000" i="1" lang="en-IN" sz="105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i="1" lang="en-IN" sz="10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 and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517525" marR="108585" rtl="0" algn="l">
              <a:lnSpc>
                <a:spcPct val="114285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IN" sz="9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i="1" lang="en-IN" sz="1000">
                <a:latin typeface="Arial"/>
                <a:ea typeface="Arial"/>
                <a:cs typeface="Arial"/>
                <a:sym typeface="Arial"/>
              </a:rPr>
              <a:t>op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aseline="30000" i="1" lang="en-IN" sz="105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i="1" lang="en-IN" sz="10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 = 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aseline="30000" i="1" lang="en-IN" sz="105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IN" sz="10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ˆ). By a property of the dot product we can write 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aseline="30000" i="1" lang="en-IN" sz="105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IN" sz="10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ˆ) = (</a:t>
            </a:r>
            <a:r>
              <a:rPr i="1" lang="en-IN" sz="10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ˆ)</a:t>
            </a:r>
            <a:r>
              <a:rPr baseline="30000" i="1" lang="en-IN" sz="105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 = 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aseline="30000" i="1" lang="en-IN" sz="105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30000" i="1" lang="en-IN" sz="105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 = 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aseline="30000" i="1" lang="en-IN" sz="105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Ay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ˆ where the last equality in the chain is possible since </a:t>
            </a:r>
            <a:r>
              <a:rPr lang="en-IN" sz="95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is symmetric.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4"/>
          <p:cNvSpPr txBox="1"/>
          <p:nvPr>
            <p:ph type="title"/>
          </p:nvPr>
        </p:nvSpPr>
        <p:spPr>
          <a:xfrm>
            <a:off x="95300" y="72527"/>
            <a:ext cx="28943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Proof(Ctd)</a:t>
            </a:r>
            <a:endParaRPr/>
          </a:p>
        </p:txBody>
      </p:sp>
      <p:sp>
        <p:nvSpPr>
          <p:cNvPr id="571" name="Google Shape;571;p24"/>
          <p:cNvSpPr txBox="1"/>
          <p:nvPr>
            <p:ph idx="1" type="body"/>
          </p:nvPr>
        </p:nvSpPr>
        <p:spPr>
          <a:xfrm>
            <a:off x="247651" y="892175"/>
            <a:ext cx="4051616" cy="1541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5734" lvl="1" marL="515619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000"/>
              <a:buFont typeface="Lucida Sans"/>
              <a:buChar char="►"/>
            </a:pP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”op” also has bilinearity since we see that for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517525" marR="0" rtl="0" algn="l">
              <a:lnSpc>
                <a:spcPct val="11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1" lang="en-IN" sz="10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(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ˆ)</a:t>
            </a:r>
            <a:r>
              <a:rPr b="0" baseline="30000" i="1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Ay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 = 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="0" baseline="30000" i="1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Ay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 = 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(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y)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0" lvl="0" marL="517525" marR="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</a:pPr>
            <a:r>
              <a:rPr lang="en-IN" sz="1000">
                <a:solidFill>
                  <a:srgbClr val="000000"/>
                </a:solidFill>
              </a:rPr>
              <a:t>Similarly we can prove 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1" lang="en-IN" sz="10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00">
                <a:solidFill>
                  <a:srgbClr val="000000"/>
                </a:solidFill>
              </a:rPr>
              <a:t>x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op(r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y) </a:t>
            </a:r>
            <a:endParaRPr/>
          </a:p>
          <a:p>
            <a:pPr indent="0" lvl="0" marL="517525" marR="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65734" lvl="1" marL="515619" marR="0" rtl="0" algn="l">
              <a:lnSpc>
                <a:spcPct val="113809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000"/>
              <a:buFont typeface="Lucida Sans"/>
              <a:buChar char="►"/>
            </a:pP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(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 +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ˆ)</a:t>
            </a:r>
            <a:r>
              <a:rPr b="0" baseline="30000" i="1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Az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 =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="0" baseline="30000" i="1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Az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 +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="0" baseline="30000" i="1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Az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 =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0" lvl="1" marL="349885" marR="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latin typeface="Tahoma"/>
                <a:ea typeface="Tahoma"/>
                <a:cs typeface="Tahoma"/>
                <a:sym typeface="Tahoma"/>
              </a:rPr>
              <a:t>     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65734" lvl="1" marL="514984" marR="353695" rtl="0" algn="l">
              <a:lnSpc>
                <a:spcPct val="114285"/>
              </a:lnSpc>
              <a:spcBef>
                <a:spcPts val="35"/>
              </a:spcBef>
              <a:spcAft>
                <a:spcPts val="0"/>
              </a:spcAft>
              <a:buClr>
                <a:srgbClr val="3333B2"/>
              </a:buClr>
              <a:buSzPts val="1000"/>
              <a:buFont typeface="Lucida Sans"/>
              <a:buChar char="►"/>
            </a:pP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Finally if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is a non-zero vector then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 is also a non-zero 	vector,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1" lang="en-I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b="0" baseline="30000" i="1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Ax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 </a:t>
            </a:r>
            <a:r>
              <a:rPr b="0" i="1" lang="en-IN" sz="10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&gt;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 since we are given that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is 	positive-definite.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5"/>
          <p:cNvSpPr txBox="1"/>
          <p:nvPr>
            <p:ph idx="1" type="body"/>
          </p:nvPr>
        </p:nvSpPr>
        <p:spPr>
          <a:xfrm>
            <a:off x="153670" y="753835"/>
            <a:ext cx="4149090" cy="228393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33" r="0" t="-266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172890" lvl="0" marL="1728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200"/>
              <a:buFont typeface="Arial"/>
              <a:buNone/>
            </a:pPr>
            <a:r>
              <a:rPr lang="en-IN"/>
              <a:t> </a:t>
            </a:r>
            <a:endParaRPr/>
          </a:p>
        </p:txBody>
      </p:sp>
      <p:sp>
        <p:nvSpPr>
          <p:cNvPr id="577" name="Google Shape;577;p25"/>
          <p:cNvSpPr txBox="1"/>
          <p:nvPr>
            <p:ph idx="2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833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Rank of a Matrix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6"/>
          <p:cNvSpPr txBox="1"/>
          <p:nvPr>
            <p:ph idx="1" type="body"/>
          </p:nvPr>
        </p:nvSpPr>
        <p:spPr>
          <a:xfrm>
            <a:off x="153670" y="753835"/>
            <a:ext cx="4149090" cy="228393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01" r="-2517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172890" lvl="0" marL="1728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200"/>
              <a:buFont typeface="Arial"/>
              <a:buNone/>
            </a:pPr>
            <a:r>
              <a:rPr lang="en-IN"/>
              <a:t> </a:t>
            </a:r>
            <a:endParaRPr/>
          </a:p>
        </p:txBody>
      </p:sp>
      <p:sp>
        <p:nvSpPr>
          <p:cNvPr id="583" name="Google Shape;583;p26"/>
          <p:cNvSpPr txBox="1"/>
          <p:nvPr>
            <p:ph idx="2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833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Example</a:t>
            </a:r>
            <a:endParaRPr/>
          </a:p>
        </p:txBody>
      </p:sp>
      <p:sp>
        <p:nvSpPr>
          <p:cNvPr id="584" name="Google Shape;584;p26"/>
          <p:cNvSpPr/>
          <p:nvPr/>
        </p:nvSpPr>
        <p:spPr>
          <a:xfrm>
            <a:off x="1844040" y="773577"/>
            <a:ext cx="1152525" cy="614680"/>
          </a:xfrm>
          <a:prstGeom prst="bracket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8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7"/>
          <p:cNvSpPr txBox="1"/>
          <p:nvPr>
            <p:ph idx="1" type="body"/>
          </p:nvPr>
        </p:nvSpPr>
        <p:spPr>
          <a:xfrm>
            <a:off x="153670" y="753835"/>
            <a:ext cx="4149090" cy="228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172890" lvl="0" marL="1728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000"/>
              <a:buFont typeface="Arial"/>
              <a:buNone/>
            </a:pPr>
            <a:r>
              <a:rPr lang="en-IN" sz="1000"/>
              <a:t>Theorem : The nonzero row vectors of a matrix A that is in  echelon form is a basis for the row space of A. The rank of A is the number of nonzero row vectors.</a:t>
            </a:r>
            <a:endParaRPr/>
          </a:p>
          <a:p>
            <a:pPr indent="-172890" lvl="0" marL="17289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01141"/>
              </a:buClr>
              <a:buSzPts val="1000"/>
              <a:buFont typeface="Arial"/>
              <a:buNone/>
            </a:pPr>
            <a:r>
              <a:t/>
            </a:r>
            <a:endParaRPr sz="1000"/>
          </a:p>
          <a:p>
            <a:pPr indent="-172890" lvl="0" marL="17289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01141"/>
              </a:buClr>
              <a:buSzPts val="1000"/>
              <a:buFont typeface="Arial"/>
              <a:buNone/>
            </a:pPr>
            <a:r>
              <a:rPr lang="en-IN" sz="1000"/>
              <a:t>                                       </a:t>
            </a:r>
            <a:endParaRPr/>
          </a:p>
          <a:p>
            <a:pPr indent="-172890" lvl="0" marL="17289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01141"/>
              </a:buClr>
              <a:buSzPts val="1000"/>
              <a:buFont typeface="Arial"/>
              <a:buNone/>
            </a:pPr>
            <a:r>
              <a:rPr lang="en-IN" sz="1000"/>
              <a:t>                                            These matrices are in echelon form.</a:t>
            </a:r>
            <a:endParaRPr/>
          </a:p>
          <a:p>
            <a:pPr indent="-172890" lvl="0" marL="17289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01141"/>
              </a:buClr>
              <a:buSzPts val="1000"/>
              <a:buFont typeface="Arial"/>
              <a:buNone/>
            </a:pPr>
            <a:r>
              <a:rPr lang="en-IN" sz="1000"/>
              <a:t> </a:t>
            </a:r>
            <a:endParaRPr/>
          </a:p>
          <a:p>
            <a:pPr indent="-172890" lvl="0" marL="17289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01141"/>
              </a:buClr>
              <a:buSzPts val="1000"/>
              <a:buFont typeface="Arial"/>
              <a:buNone/>
            </a:pPr>
            <a:r>
              <a:rPr lang="en-IN" sz="1000"/>
              <a:t>Hance rank of the first matrix is 4 and the second matrix is 3.</a:t>
            </a:r>
            <a:endParaRPr/>
          </a:p>
          <a:p>
            <a:pPr indent="-172890" lvl="0" marL="17289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01141"/>
              </a:buClr>
              <a:buSzPts val="1000"/>
              <a:buFont typeface="Arial"/>
              <a:buNone/>
            </a:pPr>
            <a:r>
              <a:t/>
            </a:r>
            <a:endParaRPr sz="1000"/>
          </a:p>
          <a:p>
            <a:pPr indent="-172890" lvl="0" marL="17289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01141"/>
              </a:buClr>
              <a:buSzPts val="1000"/>
              <a:buFont typeface="Arial"/>
              <a:buNone/>
            </a:pPr>
            <a:r>
              <a:rPr lang="en-IN" sz="1000"/>
              <a:t>Theorem: An nxn matrix A has rank n  if and only if the homogenous equation AX = 0 has only the trivial solution(in other words the null space of A only 0 vector).</a:t>
            </a:r>
            <a:endParaRPr/>
          </a:p>
        </p:txBody>
      </p:sp>
      <p:sp>
        <p:nvSpPr>
          <p:cNvPr id="590" name="Google Shape;590;p27"/>
          <p:cNvSpPr txBox="1"/>
          <p:nvPr>
            <p:ph idx="2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833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Method to find the rank of a matrix.</a:t>
            </a:r>
            <a:endParaRPr/>
          </a:p>
        </p:txBody>
      </p:sp>
      <p:pic>
        <p:nvPicPr>
          <p:cNvPr id="591" name="Google Shape;5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498" y="1423035"/>
            <a:ext cx="1389498" cy="533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8"/>
          <p:cNvSpPr txBox="1"/>
          <p:nvPr>
            <p:ph type="title"/>
          </p:nvPr>
        </p:nvSpPr>
        <p:spPr>
          <a:xfrm>
            <a:off x="95300" y="72527"/>
            <a:ext cx="289433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Properties of Symmetric , Positive Definite Matrices</a:t>
            </a:r>
            <a:endParaRPr/>
          </a:p>
        </p:txBody>
      </p:sp>
      <p:sp>
        <p:nvSpPr>
          <p:cNvPr id="597" name="Google Shape;597;p28"/>
          <p:cNvSpPr txBox="1"/>
          <p:nvPr/>
        </p:nvSpPr>
        <p:spPr>
          <a:xfrm>
            <a:off x="421957" y="987626"/>
            <a:ext cx="3756025" cy="2110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14629" marR="30480" rtl="0" algn="just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Can a symmetric, positive-definite nxn matrix have rank less than n? We have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&gt;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0 for all non-zero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. Thus the homogenous equation Ax = 0 has only a trivial solution. This means in the reduce row echelon form A, each column must have a pivot element. This means there is no  zero row in the reduce row echelon form A  Hence A must have rank n.</a:t>
            </a:r>
            <a:endParaRPr/>
          </a:p>
          <a:p>
            <a:pPr indent="0" lvl="0" marL="37464" marR="30480" rtl="0" algn="just">
              <a:lnSpc>
                <a:spcPct val="1026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30480" rtl="0" algn="just">
              <a:lnSpc>
                <a:spcPct val="102600"/>
              </a:lnSpc>
              <a:spcBef>
                <a:spcPts val="5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What can be said about the diagonal elements of a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214629" marR="4953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positive-definite matrix? From 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Ae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&gt;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0 where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is the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th canonical basis vector, we see that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ii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&gt;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0. Thus the diagonal entries are all strictly positive.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9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Norms</a:t>
            </a:r>
            <a:endParaRPr/>
          </a:p>
        </p:txBody>
      </p:sp>
      <p:pic>
        <p:nvPicPr>
          <p:cNvPr id="603" name="Google Shape;6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3068" y="785507"/>
            <a:ext cx="34925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4606" y="785507"/>
            <a:ext cx="34925" cy="139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p29"/>
          <p:cNvGrpSpPr/>
          <p:nvPr/>
        </p:nvGrpSpPr>
        <p:grpSpPr>
          <a:xfrm>
            <a:off x="2938830" y="785507"/>
            <a:ext cx="142685" cy="291529"/>
            <a:chOff x="2938830" y="785507"/>
            <a:chExt cx="142685" cy="291529"/>
          </a:xfrm>
        </p:grpSpPr>
        <p:pic>
          <p:nvPicPr>
            <p:cNvPr id="606" name="Google Shape;606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38830" y="785507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7" name="Google Shape;607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46590" y="785507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8" name="Google Shape;608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91243" y="937336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09" name="Google Shape;6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2818" y="937336"/>
            <a:ext cx="34925" cy="139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0" name="Google Shape;610;p29"/>
          <p:cNvGrpSpPr/>
          <p:nvPr/>
        </p:nvGrpSpPr>
        <p:grpSpPr>
          <a:xfrm>
            <a:off x="2321839" y="1275829"/>
            <a:ext cx="73406" cy="278828"/>
            <a:chOff x="2321839" y="1275829"/>
            <a:chExt cx="73406" cy="278828"/>
          </a:xfrm>
        </p:grpSpPr>
        <p:pic>
          <p:nvPicPr>
            <p:cNvPr id="611" name="Google Shape;611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21839" y="1275829"/>
              <a:ext cx="31750" cy="12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2" name="Google Shape;612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63495" y="1427657"/>
              <a:ext cx="31750" cy="127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3" name="Google Shape;613;p29"/>
          <p:cNvGrpSpPr/>
          <p:nvPr/>
        </p:nvGrpSpPr>
        <p:grpSpPr>
          <a:xfrm>
            <a:off x="2910136" y="1275829"/>
            <a:ext cx="73398" cy="278828"/>
            <a:chOff x="2910136" y="1275829"/>
            <a:chExt cx="73398" cy="278828"/>
          </a:xfrm>
        </p:grpSpPr>
        <p:pic>
          <p:nvPicPr>
            <p:cNvPr id="614" name="Google Shape;614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10136" y="1275829"/>
              <a:ext cx="31750" cy="12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1784" y="1427657"/>
              <a:ext cx="31750" cy="127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6" name="Google Shape;616;p29"/>
          <p:cNvGrpSpPr/>
          <p:nvPr/>
        </p:nvGrpSpPr>
        <p:grpSpPr>
          <a:xfrm>
            <a:off x="3048546" y="1275829"/>
            <a:ext cx="75806" cy="278828"/>
            <a:chOff x="3048546" y="1275829"/>
            <a:chExt cx="75806" cy="278828"/>
          </a:xfrm>
        </p:grpSpPr>
        <p:pic>
          <p:nvPicPr>
            <p:cNvPr id="617" name="Google Shape;617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48546" y="1275829"/>
              <a:ext cx="31750" cy="12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92602" y="1427657"/>
              <a:ext cx="31750" cy="127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9" name="Google Shape;61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0372" y="1579486"/>
            <a:ext cx="31750" cy="12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0" name="Google Shape;620;p29"/>
          <p:cNvGrpSpPr/>
          <p:nvPr/>
        </p:nvGrpSpPr>
        <p:grpSpPr>
          <a:xfrm>
            <a:off x="1992871" y="1427657"/>
            <a:ext cx="37668" cy="278829"/>
            <a:chOff x="1992871" y="1427657"/>
            <a:chExt cx="37668" cy="278829"/>
          </a:xfrm>
        </p:grpSpPr>
        <p:pic>
          <p:nvPicPr>
            <p:cNvPr id="621" name="Google Shape;621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92871" y="1427657"/>
              <a:ext cx="31750" cy="12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2" name="Google Shape;622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98789" y="1579486"/>
              <a:ext cx="31750" cy="127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3" name="Google Shape;623;p29"/>
          <p:cNvGrpSpPr/>
          <p:nvPr/>
        </p:nvGrpSpPr>
        <p:grpSpPr>
          <a:xfrm>
            <a:off x="2534069" y="1275829"/>
            <a:ext cx="93198" cy="430657"/>
            <a:chOff x="2534069" y="1275829"/>
            <a:chExt cx="93198" cy="430657"/>
          </a:xfrm>
        </p:grpSpPr>
        <p:pic>
          <p:nvPicPr>
            <p:cNvPr id="624" name="Google Shape;624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34069" y="1275829"/>
              <a:ext cx="31750" cy="12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5" name="Google Shape;625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95517" y="1427657"/>
              <a:ext cx="31750" cy="12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6" name="Google Shape;62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69908" y="1579486"/>
              <a:ext cx="31750" cy="127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7" name="Google Shape;627;p29"/>
          <p:cNvGrpSpPr/>
          <p:nvPr/>
        </p:nvGrpSpPr>
        <p:grpSpPr>
          <a:xfrm>
            <a:off x="2708338" y="1427657"/>
            <a:ext cx="57290" cy="278829"/>
            <a:chOff x="2708338" y="1427657"/>
            <a:chExt cx="57290" cy="278829"/>
          </a:xfrm>
        </p:grpSpPr>
        <p:pic>
          <p:nvPicPr>
            <p:cNvPr id="628" name="Google Shape;628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33878" y="1427657"/>
              <a:ext cx="31750" cy="12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9" name="Google Shape;629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8338" y="1579486"/>
              <a:ext cx="31750" cy="127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0" name="Google Shape;630;p29"/>
          <p:cNvSpPr txBox="1"/>
          <p:nvPr/>
        </p:nvSpPr>
        <p:spPr>
          <a:xfrm>
            <a:off x="396557" y="739037"/>
            <a:ext cx="3832860" cy="97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-177165" lvl="0" marL="240029" marR="55880" rtl="0" algn="just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norm on a vector space is a function </a:t>
            </a:r>
            <a:r>
              <a:rPr b="0" i="1" lang="en-IN" sz="11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→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R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0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→ </a:t>
            </a:r>
            <a:r>
              <a:rPr b="0" i="0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which assigns to each vector </a:t>
            </a:r>
            <a:r>
              <a:rPr b="0" i="0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length </a:t>
            </a:r>
            <a:r>
              <a:rPr b="0" i="0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such that for all </a:t>
            </a:r>
            <a:r>
              <a:rPr b="0" i="1" lang="en-IN" sz="11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λ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Century"/>
                <a:ea typeface="Century"/>
                <a:cs typeface="Century"/>
                <a:sym typeface="Century"/>
              </a:rPr>
              <a:t>R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b="0" i="0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1" lang="en-IN" sz="11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b="0" i="0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b="0" i="1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following properties hold: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65734" lvl="1" marL="515619" marR="0" rtl="0" algn="l">
              <a:lnSpc>
                <a:spcPct val="120000"/>
              </a:lnSpc>
              <a:spcBef>
                <a:spcPts val="145"/>
              </a:spcBef>
              <a:spcAft>
                <a:spcPts val="0"/>
              </a:spcAft>
              <a:buClr>
                <a:srgbClr val="3333B2"/>
              </a:buClr>
              <a:buSzPts val="1000"/>
              <a:buFont typeface="Lucida Sans"/>
              <a:buChar char="►"/>
            </a:pP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Absolutely homogeneous:  </a:t>
            </a:r>
            <a:r>
              <a:rPr b="0" i="1" lang="en-IN" sz="10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λ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|</a:t>
            </a:r>
            <a:r>
              <a:rPr b="0" i="1" lang="en-IN" sz="10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λ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|  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734" lvl="1" marL="515619" marR="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000"/>
              <a:buFont typeface="Lucida Sans"/>
              <a:buChar char="►"/>
            </a:pP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Triangle inequality: 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≤ 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734" lvl="1" marL="515619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000"/>
              <a:buFont typeface="Lucida Sans"/>
              <a:buChar char="►"/>
            </a:pP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Positive definite: 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≥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 and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0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⇔</a:t>
            </a:r>
            <a:r>
              <a:rPr b="0" i="0" lang="en-IN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IN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IN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0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31" name="Google Shape;6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5574" y="1908606"/>
            <a:ext cx="34925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7136" y="1908606"/>
            <a:ext cx="34925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29"/>
          <p:cNvSpPr txBox="1"/>
          <p:nvPr/>
        </p:nvSpPr>
        <p:spPr>
          <a:xfrm>
            <a:off x="2094472" y="1772495"/>
            <a:ext cx="270548" cy="135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I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IN" sz="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b="0" i="1" lang="en-I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9"/>
          <p:cNvSpPr txBox="1"/>
          <p:nvPr/>
        </p:nvSpPr>
        <p:spPr>
          <a:xfrm>
            <a:off x="2094471" y="1865613"/>
            <a:ext cx="284150" cy="180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9"/>
          <p:cNvSpPr txBox="1"/>
          <p:nvPr/>
        </p:nvSpPr>
        <p:spPr>
          <a:xfrm>
            <a:off x="2061592" y="2042955"/>
            <a:ext cx="303250" cy="135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I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IN" sz="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=1</a:t>
            </a:r>
            <a:endParaRPr b="0" i="0" sz="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6" name="Google Shape;636;p29"/>
          <p:cNvSpPr txBox="1"/>
          <p:nvPr/>
        </p:nvSpPr>
        <p:spPr>
          <a:xfrm>
            <a:off x="2478151" y="1921102"/>
            <a:ext cx="5143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I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9"/>
          <p:cNvSpPr txBox="1"/>
          <p:nvPr/>
        </p:nvSpPr>
        <p:spPr>
          <a:xfrm>
            <a:off x="434657" y="1862136"/>
            <a:ext cx="2162175" cy="180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77165" lvl="0" marL="2025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Manhattan norm :	</a:t>
            </a:r>
            <a:r>
              <a:rPr b="0" i="0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      	</a:t>
            </a:r>
            <a:r>
              <a:rPr b="0" i="0" lang="en-IN" sz="11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|</a:t>
            </a:r>
            <a:r>
              <a:rPr b="0" i="1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|</a:t>
            </a:r>
            <a:endParaRPr b="0" i="0" sz="11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38" name="Google Shape;6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3214" y="2446591"/>
            <a:ext cx="34925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4776" y="2446591"/>
            <a:ext cx="34925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29"/>
          <p:cNvSpPr txBox="1"/>
          <p:nvPr/>
        </p:nvSpPr>
        <p:spPr>
          <a:xfrm>
            <a:off x="1885480" y="2458223"/>
            <a:ext cx="7937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ahoma"/>
              <a:buNone/>
            </a:pPr>
            <a:r>
              <a:rPr b="0" i="0" lang="en-IN" sz="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1" name="Google Shape;641;p29"/>
          <p:cNvSpPr txBox="1"/>
          <p:nvPr/>
        </p:nvSpPr>
        <p:spPr>
          <a:xfrm>
            <a:off x="434657" y="2400120"/>
            <a:ext cx="169545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77165" lvl="0" marL="2025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Euclidean norm :	</a:t>
            </a:r>
            <a:r>
              <a:rPr b="0" i="0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	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2" name="Google Shape;642;p29"/>
          <p:cNvSpPr txBox="1"/>
          <p:nvPr/>
        </p:nvSpPr>
        <p:spPr>
          <a:xfrm>
            <a:off x="2288349" y="2264269"/>
            <a:ext cx="200660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I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IN" sz="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b="0" i="1" lang="en-I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9"/>
          <p:cNvSpPr txBox="1"/>
          <p:nvPr/>
        </p:nvSpPr>
        <p:spPr>
          <a:xfrm>
            <a:off x="2136826" y="2422695"/>
            <a:ext cx="359410" cy="180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Σ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9"/>
          <p:cNvSpPr txBox="1"/>
          <p:nvPr/>
        </p:nvSpPr>
        <p:spPr>
          <a:xfrm>
            <a:off x="2290076" y="2606102"/>
            <a:ext cx="19875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I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IN" sz="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=1</a:t>
            </a:r>
            <a:endParaRPr b="0" i="0" sz="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5" name="Google Shape;645;p29"/>
          <p:cNvSpPr txBox="1"/>
          <p:nvPr/>
        </p:nvSpPr>
        <p:spPr>
          <a:xfrm>
            <a:off x="2563647" y="2481261"/>
            <a:ext cx="5143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I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9"/>
          <p:cNvSpPr txBox="1"/>
          <p:nvPr/>
        </p:nvSpPr>
        <p:spPr>
          <a:xfrm>
            <a:off x="2474366" y="2400120"/>
            <a:ext cx="25146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="0" baseline="30000" i="0" lang="en-IN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0"/>
          <p:cNvSpPr txBox="1"/>
          <p:nvPr>
            <p:ph type="title"/>
          </p:nvPr>
        </p:nvSpPr>
        <p:spPr>
          <a:xfrm>
            <a:off x="95300" y="72527"/>
            <a:ext cx="289433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Norms and Inner Products</a:t>
            </a:r>
            <a:endParaRPr/>
          </a:p>
        </p:txBody>
      </p:sp>
      <p:sp>
        <p:nvSpPr>
          <p:cNvPr id="652" name="Google Shape;652;p30"/>
          <p:cNvSpPr txBox="1"/>
          <p:nvPr>
            <p:ph idx="1" type="body"/>
          </p:nvPr>
        </p:nvSpPr>
        <p:spPr>
          <a:xfrm>
            <a:off x="396557" y="815975"/>
            <a:ext cx="3661093" cy="8473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352" l="-2328" r="-163" t="-5754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 </a:t>
            </a:r>
            <a:endParaRPr/>
          </a:p>
        </p:txBody>
      </p:sp>
      <p:pic>
        <p:nvPicPr>
          <p:cNvPr id="653" name="Google Shape;65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478" y="1907237"/>
            <a:ext cx="3905250" cy="713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4" name="Google Shape;654;p30"/>
          <p:cNvCxnSpPr/>
          <p:nvPr/>
        </p:nvCxnSpPr>
        <p:spPr>
          <a:xfrm>
            <a:off x="3067050" y="2187575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30"/>
          <p:cNvCxnSpPr/>
          <p:nvPr/>
        </p:nvCxnSpPr>
        <p:spPr>
          <a:xfrm>
            <a:off x="3448050" y="2187575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1"/>
          <p:cNvSpPr txBox="1"/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Proof of Cauchy-Schwarz inequality</a:t>
            </a:r>
            <a:endParaRPr/>
          </a:p>
        </p:txBody>
      </p:sp>
      <p:sp>
        <p:nvSpPr>
          <p:cNvPr id="661" name="Google Shape;661;p31"/>
          <p:cNvSpPr txBox="1"/>
          <p:nvPr/>
        </p:nvSpPr>
        <p:spPr>
          <a:xfrm>
            <a:off x="421957" y="713192"/>
            <a:ext cx="3768725" cy="746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14629" marR="3048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Let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be two vectors and let us consider the length of the vector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where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is a constant.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91440" rtl="0" algn="l">
              <a:lnSpc>
                <a:spcPct val="102699"/>
              </a:lnSpc>
              <a:spcBef>
                <a:spcPts val="29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The length of the vector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is greater than or equal to zero. The length of the vector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62" name="Google Shape;6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970" y="1485925"/>
            <a:ext cx="34925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778" y="1485925"/>
            <a:ext cx="34925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31"/>
          <p:cNvSpPr txBox="1"/>
          <p:nvPr/>
        </p:nvSpPr>
        <p:spPr>
          <a:xfrm>
            <a:off x="3131667" y="1426501"/>
            <a:ext cx="99060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800">
                <a:latin typeface="Arial"/>
                <a:ea typeface="Arial"/>
                <a:cs typeface="Arial"/>
                <a:sym typeface="Arial"/>
              </a:rPr>
              <a:t>T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1"/>
          <p:cNvSpPr txBox="1"/>
          <p:nvPr/>
        </p:nvSpPr>
        <p:spPr>
          <a:xfrm>
            <a:off x="693661" y="1439454"/>
            <a:ext cx="3133725" cy="180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aseline="30000" lang="en-IN" sz="105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⟨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⟩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6" name="Google Shape;666;p31"/>
          <p:cNvSpPr txBox="1"/>
          <p:nvPr/>
        </p:nvSpPr>
        <p:spPr>
          <a:xfrm>
            <a:off x="447357" y="1729362"/>
            <a:ext cx="3710940" cy="35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77165" lvl="0" marL="215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we can expand the dot product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214629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α</a:t>
            </a:r>
            <a:r>
              <a:rPr baseline="30000" lang="en-IN" sz="1200"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≥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0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7" name="Google Shape;667;p31"/>
          <p:cNvSpPr txBox="1"/>
          <p:nvPr/>
        </p:nvSpPr>
        <p:spPr>
          <a:xfrm>
            <a:off x="447357" y="2047683"/>
            <a:ext cx="13335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►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68" name="Google Shape;668;p31"/>
          <p:cNvSpPr txBox="1"/>
          <p:nvPr/>
        </p:nvSpPr>
        <p:spPr>
          <a:xfrm>
            <a:off x="557402" y="2118558"/>
            <a:ext cx="3633280" cy="33714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/>
              <a:t> 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2"/>
          <p:cNvSpPr txBox="1"/>
          <p:nvPr>
            <p:ph type="title"/>
          </p:nvPr>
        </p:nvSpPr>
        <p:spPr>
          <a:xfrm>
            <a:off x="95300" y="72527"/>
            <a:ext cx="96901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Metric space</a:t>
            </a:r>
            <a:endParaRPr/>
          </a:p>
        </p:txBody>
      </p:sp>
      <p:sp>
        <p:nvSpPr>
          <p:cNvPr id="674" name="Google Shape;674;p32"/>
          <p:cNvSpPr txBox="1"/>
          <p:nvPr/>
        </p:nvSpPr>
        <p:spPr>
          <a:xfrm>
            <a:off x="333534" y="902628"/>
            <a:ext cx="3943032" cy="180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77165" lvl="0" marL="2025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Consider an inner product space (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⟨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., .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⟩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). Define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the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75" name="Google Shape;675;p32"/>
          <p:cNvSpPr txBox="1"/>
          <p:nvPr/>
        </p:nvSpPr>
        <p:spPr>
          <a:xfrm>
            <a:off x="624395" y="1282178"/>
            <a:ext cx="257556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distance between two vectors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to be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76" name="Google Shape;67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8976" y="1500720"/>
            <a:ext cx="34925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804" y="1500720"/>
            <a:ext cx="34925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32"/>
          <p:cNvSpPr txBox="1"/>
          <p:nvPr/>
        </p:nvSpPr>
        <p:spPr>
          <a:xfrm>
            <a:off x="400050" y="1452450"/>
            <a:ext cx="3648393" cy="1574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2273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= 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27329" marR="431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If we use the dot product as the inner product, then the distance is called the Euclidean distance.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27965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The mapping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×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→ </a:t>
            </a:r>
            <a:r>
              <a:rPr lang="en-IN" sz="1100">
                <a:latin typeface="Century"/>
                <a:ea typeface="Century"/>
                <a:cs typeface="Century"/>
                <a:sym typeface="Century"/>
              </a:rPr>
              <a:t>R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is called a metric.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07315" lvl="0" marL="227965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None/>
            </a:pPr>
            <a:r>
              <a:t/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5080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Problem: With respect the inner product &lt; &gt; defined using a matrix A in slide no 17, find the norm on R</a:t>
            </a:r>
            <a:r>
              <a:rPr baseline="30000" lang="en-IN" sz="1100"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 and also the distance between any two vectors in R</a:t>
            </a:r>
            <a:r>
              <a:rPr baseline="30000" lang="en-IN" sz="1100">
                <a:latin typeface="Tahoma"/>
                <a:ea typeface="Tahoma"/>
                <a:cs typeface="Tahoma"/>
                <a:sym typeface="Tahoma"/>
              </a:rPr>
              <a:t>n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3"/>
          <p:cNvSpPr txBox="1"/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Properties of a metric space</a:t>
            </a:r>
            <a:endParaRPr/>
          </a:p>
        </p:txBody>
      </p:sp>
      <p:sp>
        <p:nvSpPr>
          <p:cNvPr id="684" name="Google Shape;684;p33"/>
          <p:cNvSpPr txBox="1"/>
          <p:nvPr/>
        </p:nvSpPr>
        <p:spPr>
          <a:xfrm>
            <a:off x="296494" y="684210"/>
            <a:ext cx="3989704" cy="2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 metric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has the following properties: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4" lvl="0" marL="34036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is positive-definite which means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≥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0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∀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34036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= 0 =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⇒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4" lvl="0" marL="34036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is symmetric which means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∀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4" lvl="0" marL="3403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obeys the triangle inequality as follows: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34036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≤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+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∀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z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304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Inner products and metrics seem to be very similar in terms of their properties - however there is one important difference. When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are close to each other the inner product is large but the distance metric is small. On the other hand when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are far apart, then the inner product is small but the distance metric is large.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4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Angles and orthogonality</a:t>
            </a:r>
            <a:endParaRPr/>
          </a:p>
        </p:txBody>
      </p:sp>
      <p:sp>
        <p:nvSpPr>
          <p:cNvPr id="690" name="Google Shape;690;p34"/>
          <p:cNvSpPr txBox="1"/>
          <p:nvPr/>
        </p:nvSpPr>
        <p:spPr>
          <a:xfrm>
            <a:off x="421957" y="733626"/>
            <a:ext cx="3863975" cy="1472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14629" marR="304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In addition to being able to capture the lengths of vectors and the distance between vectors, inner products can also capture the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angle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ω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between two vectors and can thus capture the geometry of a vector space.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14351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The key to using the inner product to characterize the angle between two vectors is the Cauchy-Schwarz inequality.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56769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Assume that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are not the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vector. Then the Cauchy-Schwarz inequality tells us that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1" name="Google Shape;691;p34"/>
          <p:cNvSpPr txBox="1"/>
          <p:nvPr/>
        </p:nvSpPr>
        <p:spPr>
          <a:xfrm>
            <a:off x="1884629" y="2407131"/>
            <a:ext cx="348615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1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≤</a:t>
            </a:r>
            <a:endParaRPr sz="11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92" name="Google Shape;692;p34"/>
          <p:cNvSpPr txBox="1"/>
          <p:nvPr/>
        </p:nvSpPr>
        <p:spPr>
          <a:xfrm>
            <a:off x="2328100" y="2316730"/>
            <a:ext cx="321310" cy="18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3" name="Google Shape;693;p34"/>
          <p:cNvGrpSpPr/>
          <p:nvPr/>
        </p:nvGrpSpPr>
        <p:grpSpPr>
          <a:xfrm>
            <a:off x="2274265" y="2523744"/>
            <a:ext cx="444500" cy="164604"/>
            <a:chOff x="2274265" y="2523744"/>
            <a:chExt cx="444500" cy="164604"/>
          </a:xfrm>
        </p:grpSpPr>
        <p:sp>
          <p:nvSpPr>
            <p:cNvPr id="694" name="Google Shape;694;p34"/>
            <p:cNvSpPr/>
            <p:nvPr/>
          </p:nvSpPr>
          <p:spPr>
            <a:xfrm>
              <a:off x="2274265" y="2523744"/>
              <a:ext cx="444500" cy="0"/>
            </a:xfrm>
            <a:custGeom>
              <a:rect b="b" l="l" r="r" t="t"/>
              <a:pathLst>
                <a:path extrusionOk="0" h="120000" w="444500">
                  <a:moveTo>
                    <a:pt x="0" y="0"/>
                  </a:moveTo>
                  <a:lnTo>
                    <a:pt x="44430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95" name="Google Shape;695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90140" y="2548648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6" name="Google Shape;696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10987" y="2548648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7" name="Google Shape;697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41714" y="2548648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8" name="Google Shape;698;p34"/>
          <p:cNvSpPr txBox="1"/>
          <p:nvPr/>
        </p:nvSpPr>
        <p:spPr>
          <a:xfrm>
            <a:off x="2330843" y="2505503"/>
            <a:ext cx="315595" cy="18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>
                <a:latin typeface="Arial"/>
                <a:ea typeface="Arial"/>
                <a:cs typeface="Arial"/>
                <a:sym typeface="Arial"/>
              </a:rPr>
              <a:t>x	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9" name="Google Shape;69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5183" y="2548648"/>
            <a:ext cx="34925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34"/>
          <p:cNvSpPr txBox="1"/>
          <p:nvPr/>
        </p:nvSpPr>
        <p:spPr>
          <a:xfrm>
            <a:off x="2759544" y="2407131"/>
            <a:ext cx="1501775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≤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1	(1)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5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Angles and orthogonality</a:t>
            </a:r>
            <a:endParaRPr/>
          </a:p>
        </p:txBody>
      </p:sp>
      <p:sp>
        <p:nvSpPr>
          <p:cNvPr id="706" name="Google Shape;706;p35"/>
          <p:cNvSpPr txBox="1"/>
          <p:nvPr/>
        </p:nvSpPr>
        <p:spPr>
          <a:xfrm>
            <a:off x="434657" y="748651"/>
            <a:ext cx="3839210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01930" marR="177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Since the Cauchy-Schwarz ratio lies between -1 and 1 we can set it equal to the cosine of a unique angle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ω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[0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π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] such that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07" name="Google Shape;7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0086" y="1446326"/>
            <a:ext cx="34925" cy="139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8" name="Google Shape;708;p35"/>
          <p:cNvGrpSpPr/>
          <p:nvPr/>
        </p:nvGrpSpPr>
        <p:grpSpPr>
          <a:xfrm>
            <a:off x="2671660" y="1446326"/>
            <a:ext cx="104198" cy="139700"/>
            <a:chOff x="2671660" y="1446326"/>
            <a:chExt cx="104198" cy="139700"/>
          </a:xfrm>
        </p:grpSpPr>
        <p:pic>
          <p:nvPicPr>
            <p:cNvPr id="709" name="Google Shape;709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40933" y="1446326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0" name="Google Shape;710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71660" y="1446326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1" name="Google Shape;711;p35"/>
          <p:cNvSpPr txBox="1"/>
          <p:nvPr/>
        </p:nvSpPr>
        <p:spPr>
          <a:xfrm>
            <a:off x="2560789" y="1403181"/>
            <a:ext cx="315595" cy="18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>
                <a:latin typeface="Arial"/>
                <a:ea typeface="Arial"/>
                <a:cs typeface="Arial"/>
                <a:sym typeface="Arial"/>
              </a:rPr>
              <a:t>x	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2" name="Google Shape;7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130" y="1446326"/>
            <a:ext cx="34925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35"/>
          <p:cNvSpPr txBox="1"/>
          <p:nvPr/>
        </p:nvSpPr>
        <p:spPr>
          <a:xfrm>
            <a:off x="1908682" y="1211096"/>
            <a:ext cx="2352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594995" rtl="0" algn="l">
              <a:lnSpc>
                <a:spcPct val="9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u="sng">
                <a:latin typeface="Cambria"/>
                <a:ea typeface="Cambria"/>
                <a:cs typeface="Cambria"/>
                <a:sym typeface="Cambria"/>
              </a:rPr>
              <a:t> ⟨</a:t>
            </a:r>
            <a:r>
              <a:rPr lang="en-IN" sz="1050" u="sng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 u="sng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 u="sng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 u="sng">
                <a:latin typeface="Cambria"/>
                <a:ea typeface="Cambria"/>
                <a:cs typeface="Cambria"/>
                <a:sym typeface="Cambria"/>
              </a:rPr>
              <a:t>⟩ </a:t>
            </a:r>
            <a:endParaRPr sz="110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rtl="0" algn="l">
              <a:lnSpc>
                <a:spcPct val="9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cos(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ω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=	(2)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4" name="Google Shape;714;p35"/>
          <p:cNvSpPr txBox="1"/>
          <p:nvPr/>
        </p:nvSpPr>
        <p:spPr>
          <a:xfrm>
            <a:off x="421957" y="1682532"/>
            <a:ext cx="3827779" cy="1090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14629" marR="111125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The angle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ω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is the angle between two vectors. What does it capture?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304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The notion of angle captures similarity of orientation between two vectors. When the dot product is close to zero, the vectors are more or less pointing in orthogonal directions and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ω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≈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π/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2.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6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Angles and orthogonality</a:t>
            </a:r>
            <a:endParaRPr/>
          </a:p>
        </p:txBody>
      </p:sp>
      <p:sp>
        <p:nvSpPr>
          <p:cNvPr id="720" name="Google Shape;720;p36"/>
          <p:cNvSpPr txBox="1"/>
          <p:nvPr/>
        </p:nvSpPr>
        <p:spPr>
          <a:xfrm>
            <a:off x="421957" y="972437"/>
            <a:ext cx="3863975" cy="1472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14629" marR="304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Food for thought: Suppose we choose vectors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uniformly at random in high dimensions. What happens to the dot product between the vectors and hence the angle between them?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21082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To choose a vector uniformly at random over a sphere let every component in the vector be an independent Gaussian random variable of mean 0 and unit variance.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5265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Write a small program to see what happens ...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7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Angles and orthogonality</a:t>
            </a:r>
            <a:endParaRPr/>
          </a:p>
        </p:txBody>
      </p:sp>
      <p:sp>
        <p:nvSpPr>
          <p:cNvPr id="726" name="Google Shape;726;p37"/>
          <p:cNvSpPr txBox="1"/>
          <p:nvPr/>
        </p:nvSpPr>
        <p:spPr>
          <a:xfrm>
            <a:off x="396557" y="819593"/>
            <a:ext cx="3860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40029" marR="241934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 key feature of the inner product is that we can use it to characterize vectors that are orthogonal.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40029" marR="6350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Two vectors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are orthogonal if and only if the inner product between them is 0. For an orthogonal pair of vectors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we can write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⊥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40029" marR="37655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By the above definition the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-vector is orthogonal to all vectors.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40029" marR="431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Vectors which are orthogonal with respect to one inner product need not be orthogonal with respect to another inner product.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8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Example - angles and orthogonality</a:t>
            </a:r>
            <a:endParaRPr/>
          </a:p>
        </p:txBody>
      </p:sp>
      <p:sp>
        <p:nvSpPr>
          <p:cNvPr id="732" name="Google Shape;732;p38"/>
          <p:cNvSpPr txBox="1"/>
          <p:nvPr/>
        </p:nvSpPr>
        <p:spPr>
          <a:xfrm>
            <a:off x="409257" y="840572"/>
            <a:ext cx="3876675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177165" lvl="0" marL="227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Consider the vectors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[1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1]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1]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</a:t>
            </a:r>
            <a:endParaRPr baseline="30000" sz="1200">
              <a:latin typeface="Arial"/>
              <a:ea typeface="Arial"/>
              <a:cs typeface="Arial"/>
              <a:sym typeface="Arial"/>
            </a:endParaRPr>
          </a:p>
          <a:p>
            <a:pPr indent="-177165" lvl="0" marL="227329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With respect to the inner product defined as a dot product we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3" name="Google Shape;733;p38"/>
          <p:cNvSpPr txBox="1"/>
          <p:nvPr/>
        </p:nvSpPr>
        <p:spPr>
          <a:xfrm>
            <a:off x="598995" y="1266455"/>
            <a:ext cx="265811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see that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⟨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⟩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1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∗ −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1 + 1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∗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1 = 0.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4" name="Google Shape;734;p38"/>
          <p:cNvSpPr txBox="1"/>
          <p:nvPr/>
        </p:nvSpPr>
        <p:spPr>
          <a:xfrm>
            <a:off x="447357" y="1542591"/>
            <a:ext cx="13335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►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35" name="Google Shape;735;p38"/>
          <p:cNvSpPr txBox="1"/>
          <p:nvPr/>
        </p:nvSpPr>
        <p:spPr>
          <a:xfrm>
            <a:off x="624395" y="1558415"/>
            <a:ext cx="2098675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With respect to the inner product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38"/>
          <p:cNvSpPr txBox="1"/>
          <p:nvPr/>
        </p:nvSpPr>
        <p:spPr>
          <a:xfrm>
            <a:off x="2710599" y="1545461"/>
            <a:ext cx="99060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800">
                <a:latin typeface="Arial"/>
                <a:ea typeface="Arial"/>
                <a:cs typeface="Arial"/>
                <a:sym typeface="Arial"/>
              </a:rPr>
              <a:t>T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38"/>
          <p:cNvSpPr txBox="1"/>
          <p:nvPr/>
        </p:nvSpPr>
        <p:spPr>
          <a:xfrm>
            <a:off x="2900032" y="1472157"/>
            <a:ext cx="29083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2  0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8" name="Google Shape;738;p38"/>
          <p:cNvSpPr txBox="1"/>
          <p:nvPr/>
        </p:nvSpPr>
        <p:spPr>
          <a:xfrm>
            <a:off x="2900032" y="1644229"/>
            <a:ext cx="29083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0  1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9" name="Google Shape;739;p38"/>
          <p:cNvSpPr txBox="1"/>
          <p:nvPr/>
        </p:nvSpPr>
        <p:spPr>
          <a:xfrm>
            <a:off x="2826918" y="1363064"/>
            <a:ext cx="43688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	 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38"/>
          <p:cNvSpPr txBox="1"/>
          <p:nvPr/>
        </p:nvSpPr>
        <p:spPr>
          <a:xfrm>
            <a:off x="3261321" y="1558415"/>
            <a:ext cx="772795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, the angle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1" name="Google Shape;741;p38"/>
          <p:cNvSpPr txBox="1"/>
          <p:nvPr/>
        </p:nvSpPr>
        <p:spPr>
          <a:xfrm>
            <a:off x="624395" y="1804719"/>
            <a:ext cx="2479675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between the two vectors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becomes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2" name="Google Shape;742;p38"/>
          <p:cNvSpPr txBox="1"/>
          <p:nvPr/>
        </p:nvSpPr>
        <p:spPr>
          <a:xfrm>
            <a:off x="1820646" y="2181058"/>
            <a:ext cx="64262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cos(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ω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=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3" name="Google Shape;743;p38"/>
          <p:cNvSpPr txBox="1"/>
          <p:nvPr/>
        </p:nvSpPr>
        <p:spPr>
          <a:xfrm>
            <a:off x="2579560" y="2087332"/>
            <a:ext cx="46990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u="sng">
                <a:latin typeface="Cambria"/>
                <a:ea typeface="Cambria"/>
                <a:cs typeface="Cambria"/>
                <a:sym typeface="Cambria"/>
              </a:rPr>
              <a:t> ⟨</a:t>
            </a:r>
            <a:r>
              <a:rPr lang="en-IN" sz="1050" u="sng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i="1" lang="en-IN" sz="1100" u="sng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 u="sng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IN" sz="1100" u="sng">
                <a:latin typeface="Cambria"/>
                <a:ea typeface="Cambria"/>
                <a:cs typeface="Cambria"/>
                <a:sym typeface="Cambria"/>
              </a:rPr>
              <a:t>⟩ </a:t>
            </a:r>
            <a:endParaRPr sz="11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44" name="Google Shape;7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8135" y="2322563"/>
            <a:ext cx="34925" cy="139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5" name="Google Shape;745;p38"/>
          <p:cNvGrpSpPr/>
          <p:nvPr/>
        </p:nvGrpSpPr>
        <p:grpSpPr>
          <a:xfrm>
            <a:off x="2759697" y="2322563"/>
            <a:ext cx="104198" cy="139700"/>
            <a:chOff x="2759697" y="2322563"/>
            <a:chExt cx="104198" cy="139700"/>
          </a:xfrm>
        </p:grpSpPr>
        <p:pic>
          <p:nvPicPr>
            <p:cNvPr id="746" name="Google Shape;746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28970" y="2322563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7" name="Google Shape;747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59697" y="2322563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8" name="Google Shape;748;p38"/>
          <p:cNvSpPr txBox="1"/>
          <p:nvPr/>
        </p:nvSpPr>
        <p:spPr>
          <a:xfrm>
            <a:off x="2648826" y="2279417"/>
            <a:ext cx="315595" cy="18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>
                <a:latin typeface="Arial"/>
                <a:ea typeface="Arial"/>
                <a:cs typeface="Arial"/>
                <a:sym typeface="Arial"/>
              </a:rPr>
              <a:t>x	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9" name="Google Shape;74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3179" y="2322563"/>
            <a:ext cx="34925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38"/>
          <p:cNvSpPr/>
          <p:nvPr/>
        </p:nvSpPr>
        <p:spPr>
          <a:xfrm>
            <a:off x="2854313" y="1458225"/>
            <a:ext cx="45719" cy="338599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51" name="Google Shape;751;p38"/>
          <p:cNvSpPr/>
          <p:nvPr/>
        </p:nvSpPr>
        <p:spPr>
          <a:xfrm>
            <a:off x="3104070" y="1472157"/>
            <a:ext cx="131243" cy="363842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52" name="Google Shape;752;p38"/>
          <p:cNvSpPr txBox="1"/>
          <p:nvPr/>
        </p:nvSpPr>
        <p:spPr>
          <a:xfrm>
            <a:off x="2320107" y="2529493"/>
            <a:ext cx="51488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/>
              <a:t>= -1/3</a:t>
            </a:r>
            <a:endParaRPr/>
          </a:p>
        </p:txBody>
      </p:sp>
      <p:sp>
        <p:nvSpPr>
          <p:cNvPr id="753" name="Google Shape;753;p38"/>
          <p:cNvSpPr txBox="1"/>
          <p:nvPr/>
        </p:nvSpPr>
        <p:spPr>
          <a:xfrm>
            <a:off x="447357" y="2652603"/>
            <a:ext cx="39912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/>
              <a:t>Hence with respect to this inner product the vectors are no longer orthogonal. 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9"/>
          <p:cNvSpPr txBox="1"/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Orthogonal matrix</a:t>
            </a:r>
            <a:endParaRPr/>
          </a:p>
        </p:txBody>
      </p:sp>
      <p:sp>
        <p:nvSpPr>
          <p:cNvPr id="759" name="Google Shape;759;p39"/>
          <p:cNvSpPr txBox="1"/>
          <p:nvPr/>
        </p:nvSpPr>
        <p:spPr>
          <a:xfrm>
            <a:off x="383857" y="807452"/>
            <a:ext cx="3930015" cy="188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52729" marR="685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 square matrix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lang="en-IN" sz="1100">
                <a:latin typeface="Century"/>
                <a:ea typeface="Century"/>
                <a:cs typeface="Century"/>
                <a:sym typeface="Century"/>
              </a:rPr>
              <a:t>R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baseline="30000" i="1" lang="en-IN" sz="1200">
                <a:latin typeface="Verdana"/>
                <a:ea typeface="Verdana"/>
                <a:cs typeface="Verdana"/>
                <a:sym typeface="Verdana"/>
              </a:rPr>
              <a:t>×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is an orthogonal matrix if and only if its columns are orthonormal: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496695" rtl="0" algn="r">
              <a:lnSpc>
                <a:spcPct val="104999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en-IN" sz="105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AA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</a:t>
            </a:r>
            <a:endParaRPr baseline="30000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marR="1483360" rtl="0" algn="r">
              <a:lnSpc>
                <a:spcPct val="7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IN" sz="1575">
                <a:latin typeface="Arial"/>
                <a:ea typeface="Arial"/>
                <a:cs typeface="Arial"/>
                <a:sym typeface="Arial"/>
              </a:rPr>
              <a:t>A</a:t>
            </a:r>
            <a:r>
              <a:rPr i="1" lang="en-IN" sz="8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aseline="-25000" lang="en-IN" sz="165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baseline="-25000" lang="en-IN" sz="1575">
                <a:latin typeface="Arial"/>
                <a:ea typeface="Arial"/>
                <a:cs typeface="Arial"/>
                <a:sym typeface="Arial"/>
              </a:rPr>
              <a:t>A</a:t>
            </a:r>
            <a:r>
              <a:rPr i="1" lang="en-IN" sz="800">
                <a:latin typeface="Verdana"/>
                <a:ea typeface="Verdana"/>
                <a:cs typeface="Verdana"/>
                <a:sym typeface="Verdana"/>
              </a:rPr>
              <a:t>−</a:t>
            </a:r>
            <a:r>
              <a:rPr lang="en-IN" sz="800">
                <a:latin typeface="Tahoma"/>
                <a:ea typeface="Tahoma"/>
                <a:cs typeface="Tahoma"/>
                <a:sym typeface="Tahoma"/>
              </a:rPr>
              <a:t>1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52729" marR="172085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If the columns of a matrix are orthonormal, why are its rows orthonormal too? This follows from the fact that the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252729" marR="57785" rtl="0" algn="l">
              <a:lnSpc>
                <a:spcPct val="102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left-inverse of a square matrix is the same as the right-inverse. Let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be a square matrix with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the left and right inverses of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BA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AC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⇒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. Why is this true?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0"/>
          <p:cNvSpPr txBox="1"/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Orthogonal matrix</a:t>
            </a:r>
            <a:endParaRPr/>
          </a:p>
        </p:txBody>
      </p:sp>
      <p:pic>
        <p:nvPicPr>
          <p:cNvPr id="765" name="Google Shape;76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970" y="1559763"/>
            <a:ext cx="34925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094" y="1559763"/>
            <a:ext cx="34925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40"/>
          <p:cNvSpPr txBox="1"/>
          <p:nvPr/>
        </p:nvSpPr>
        <p:spPr>
          <a:xfrm>
            <a:off x="409257" y="997075"/>
            <a:ext cx="3736975" cy="103791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628" r="-1793" t="-764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/>
              <a:t> </a:t>
            </a:r>
            <a:endParaRPr/>
          </a:p>
        </p:txBody>
      </p:sp>
      <p:sp>
        <p:nvSpPr>
          <p:cNvPr id="768" name="Google Shape;768;p40"/>
          <p:cNvSpPr txBox="1"/>
          <p:nvPr/>
        </p:nvSpPr>
        <p:spPr>
          <a:xfrm>
            <a:off x="434657" y="1723325"/>
            <a:ext cx="3490595" cy="180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77165" lvl="0" marL="2025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 example of an orthonormal matrix is the 2D-rotation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9" name="Google Shape;769;p40"/>
          <p:cNvSpPr txBox="1"/>
          <p:nvPr/>
        </p:nvSpPr>
        <p:spPr>
          <a:xfrm>
            <a:off x="2676029" y="1883370"/>
            <a:ext cx="761365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cos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θ	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θ</a:t>
            </a:r>
            <a:endParaRPr sz="11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70" name="Google Shape;770;p40"/>
          <p:cNvSpPr txBox="1"/>
          <p:nvPr/>
        </p:nvSpPr>
        <p:spPr>
          <a:xfrm>
            <a:off x="2699423" y="2055442"/>
            <a:ext cx="70104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θ	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θ</a:t>
            </a:r>
            <a:endParaRPr sz="11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71" name="Google Shape;771;p40"/>
          <p:cNvSpPr txBox="1"/>
          <p:nvPr/>
        </p:nvSpPr>
        <p:spPr>
          <a:xfrm>
            <a:off x="2602903" y="1774277"/>
            <a:ext cx="911225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	 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0"/>
          <p:cNvSpPr txBox="1"/>
          <p:nvPr/>
        </p:nvSpPr>
        <p:spPr>
          <a:xfrm>
            <a:off x="3534689" y="1969629"/>
            <a:ext cx="60960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where 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θ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3" name="Google Shape;773;p40"/>
          <p:cNvSpPr txBox="1"/>
          <p:nvPr/>
        </p:nvSpPr>
        <p:spPr>
          <a:xfrm>
            <a:off x="624395" y="1889580"/>
            <a:ext cx="1958339" cy="518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matrix which can be expressed as the angle of rotation.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4" name="Google Shape;774;p40"/>
          <p:cNvSpPr/>
          <p:nvPr/>
        </p:nvSpPr>
        <p:spPr>
          <a:xfrm>
            <a:off x="2655468" y="1883370"/>
            <a:ext cx="106782" cy="456605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75" name="Google Shape;775;p40"/>
          <p:cNvSpPr/>
          <p:nvPr/>
        </p:nvSpPr>
        <p:spPr>
          <a:xfrm>
            <a:off x="3371850" y="1883370"/>
            <a:ext cx="125908" cy="456605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1"/>
          <p:cNvSpPr txBox="1"/>
          <p:nvPr>
            <p:ph type="title"/>
          </p:nvPr>
        </p:nvSpPr>
        <p:spPr>
          <a:xfrm>
            <a:off x="95300" y="72527"/>
            <a:ext cx="289433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Orthogonal matrix</a:t>
            </a:r>
            <a:endParaRPr/>
          </a:p>
        </p:txBody>
      </p:sp>
      <p:sp>
        <p:nvSpPr>
          <p:cNvPr id="781" name="Google Shape;781;p41"/>
          <p:cNvSpPr txBox="1"/>
          <p:nvPr/>
        </p:nvSpPr>
        <p:spPr>
          <a:xfrm>
            <a:off x="434657" y="803261"/>
            <a:ext cx="3776345" cy="535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01930" marR="177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Also the angle between two vectors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does not change after transformation by an orthogonal matrix. This can be seen as follows: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2" name="Google Shape;782;p41"/>
          <p:cNvSpPr txBox="1"/>
          <p:nvPr/>
        </p:nvSpPr>
        <p:spPr>
          <a:xfrm>
            <a:off x="1701990" y="1513533"/>
            <a:ext cx="64262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cos(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ω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 =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83" name="Google Shape;783;p41"/>
          <p:cNvGrpSpPr/>
          <p:nvPr/>
        </p:nvGrpSpPr>
        <p:grpSpPr>
          <a:xfrm>
            <a:off x="2473604" y="1630146"/>
            <a:ext cx="681990" cy="164592"/>
            <a:chOff x="2473604" y="1630146"/>
            <a:chExt cx="681990" cy="164592"/>
          </a:xfrm>
        </p:grpSpPr>
        <p:sp>
          <p:nvSpPr>
            <p:cNvPr id="784" name="Google Shape;784;p41"/>
            <p:cNvSpPr/>
            <p:nvPr/>
          </p:nvSpPr>
          <p:spPr>
            <a:xfrm>
              <a:off x="2473604" y="1630146"/>
              <a:ext cx="681990" cy="0"/>
            </a:xfrm>
            <a:custGeom>
              <a:rect b="b" l="l" r="r" t="t"/>
              <a:pathLst>
                <a:path extrusionOk="0" h="120000" w="681989">
                  <a:moveTo>
                    <a:pt x="0" y="0"/>
                  </a:moveTo>
                  <a:lnTo>
                    <a:pt x="68160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85" name="Google Shape;785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89479" y="1655038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6" name="Google Shape;78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42603" y="1655038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7" name="Google Shape;787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50391" y="1655038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8" name="Google Shape;788;p41"/>
          <p:cNvSpPr txBox="1"/>
          <p:nvPr/>
        </p:nvSpPr>
        <p:spPr>
          <a:xfrm>
            <a:off x="2480106" y="1393342"/>
            <a:ext cx="65341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Ax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6223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IN" sz="1050">
                <a:latin typeface="Arial"/>
                <a:ea typeface="Arial"/>
                <a:cs typeface="Arial"/>
                <a:sym typeface="Arial"/>
              </a:rPr>
              <a:t>Ax	Ay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9" name="Google Shape;78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1822" y="1655038"/>
            <a:ext cx="34925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41"/>
          <p:cNvSpPr txBox="1"/>
          <p:nvPr/>
        </p:nvSpPr>
        <p:spPr>
          <a:xfrm>
            <a:off x="2211438" y="1908110"/>
            <a:ext cx="13335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91" name="Google Shape;791;p41"/>
          <p:cNvGrpSpPr/>
          <p:nvPr/>
        </p:nvGrpSpPr>
        <p:grpSpPr>
          <a:xfrm>
            <a:off x="2473604" y="2024722"/>
            <a:ext cx="553085" cy="164592"/>
            <a:chOff x="2473604" y="2024722"/>
            <a:chExt cx="553085" cy="164592"/>
          </a:xfrm>
        </p:grpSpPr>
        <p:sp>
          <p:nvSpPr>
            <p:cNvPr id="792" name="Google Shape;792;p41"/>
            <p:cNvSpPr/>
            <p:nvPr/>
          </p:nvSpPr>
          <p:spPr>
            <a:xfrm>
              <a:off x="2473604" y="2024722"/>
              <a:ext cx="553085" cy="0"/>
            </a:xfrm>
            <a:custGeom>
              <a:rect b="b" l="l" r="r" t="t"/>
              <a:pathLst>
                <a:path extrusionOk="0" h="120000" w="553085">
                  <a:moveTo>
                    <a:pt x="0" y="0"/>
                  </a:moveTo>
                  <a:lnTo>
                    <a:pt x="55250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93" name="Google Shape;793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24328" y="2049614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4" name="Google Shape;794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75902" y="2049614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5" name="Google Shape;795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83691" y="2049614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6" name="Google Shape;7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37852" y="2049614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7" name="Google Shape;797;p41"/>
          <p:cNvSpPr txBox="1"/>
          <p:nvPr/>
        </p:nvSpPr>
        <p:spPr>
          <a:xfrm>
            <a:off x="2211438" y="2302686"/>
            <a:ext cx="13335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98" name="Google Shape;798;p41"/>
          <p:cNvGrpSpPr/>
          <p:nvPr/>
        </p:nvGrpSpPr>
        <p:grpSpPr>
          <a:xfrm>
            <a:off x="2473604" y="2419299"/>
            <a:ext cx="483234" cy="164605"/>
            <a:chOff x="2473604" y="2419299"/>
            <a:chExt cx="483234" cy="164605"/>
          </a:xfrm>
        </p:grpSpPr>
        <p:sp>
          <p:nvSpPr>
            <p:cNvPr id="799" name="Google Shape;799;p41"/>
            <p:cNvSpPr/>
            <p:nvPr/>
          </p:nvSpPr>
          <p:spPr>
            <a:xfrm>
              <a:off x="2473604" y="2419299"/>
              <a:ext cx="483234" cy="0"/>
            </a:xfrm>
            <a:custGeom>
              <a:rect b="b" l="l" r="r" t="t"/>
              <a:pathLst>
                <a:path extrusionOk="0" h="120000" w="483235">
                  <a:moveTo>
                    <a:pt x="0" y="0"/>
                  </a:moveTo>
                  <a:lnTo>
                    <a:pt x="482803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00" name="Google Shape;800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89479" y="2444204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1" name="Google Shape;801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41053" y="2444204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2" name="Google Shape;802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48842" y="2444204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3" name="Google Shape;803;p41"/>
          <p:cNvSpPr txBox="1"/>
          <p:nvPr/>
        </p:nvSpPr>
        <p:spPr>
          <a:xfrm>
            <a:off x="2410104" y="1791213"/>
            <a:ext cx="664210" cy="79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04138" lvl="0" marL="167005" marR="5588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Ay x	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41275" lvl="0" marL="132715" marR="194310" rtl="0" algn="l">
              <a:lnSpc>
                <a:spcPct val="118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IN" sz="105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y x	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4" name="Google Shape;80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3004" y="2444203"/>
            <a:ext cx="34925" cy="13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2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Orthonormal basis</a:t>
            </a:r>
            <a:endParaRPr/>
          </a:p>
        </p:txBody>
      </p:sp>
      <p:sp>
        <p:nvSpPr>
          <p:cNvPr id="810" name="Google Shape;810;p42"/>
          <p:cNvSpPr txBox="1"/>
          <p:nvPr/>
        </p:nvSpPr>
        <p:spPr>
          <a:xfrm>
            <a:off x="396557" y="707896"/>
            <a:ext cx="3912870" cy="2160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40029" marR="558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We already looked at the concept of a basis of a vector space, and found that for the vector space </a:t>
            </a:r>
            <a:r>
              <a:rPr lang="en-IN" sz="1100">
                <a:latin typeface="Century"/>
                <a:ea typeface="Century"/>
                <a:cs typeface="Century"/>
                <a:sym typeface="Century"/>
              </a:rPr>
              <a:t>R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we need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basis vectors.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40029" marR="10223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Our basis vectors needed only to be linearly independent - we can ensure linear independence by ensuring that our basis vectors point in different directions, so that a linear combination of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−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1 basis vectors cannot cancel out the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th basis vector.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40029" marR="5397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Now we will look at a special case of a basis where the vectors are all mutually orthogonal in the sense of the inner product, and each vector is of unit length. We call such a basis an orthonormal basis.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3"/>
          <p:cNvSpPr txBox="1"/>
          <p:nvPr>
            <p:ph type="title"/>
          </p:nvPr>
        </p:nvSpPr>
        <p:spPr>
          <a:xfrm>
            <a:off x="95300" y="72527"/>
            <a:ext cx="28943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Orthonormal basis</a:t>
            </a:r>
            <a:endParaRPr/>
          </a:p>
        </p:txBody>
      </p:sp>
      <p:sp>
        <p:nvSpPr>
          <p:cNvPr id="816" name="Google Shape;816;p43"/>
          <p:cNvSpPr txBox="1"/>
          <p:nvPr/>
        </p:nvSpPr>
        <p:spPr>
          <a:xfrm>
            <a:off x="396557" y="903603"/>
            <a:ext cx="3881120" cy="164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40029" marR="5588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Question: Can you immediately think of an orthonormal basis for </a:t>
            </a:r>
            <a:r>
              <a:rPr lang="en-IN" sz="1100">
                <a:latin typeface="Century"/>
                <a:ea typeface="Century"/>
                <a:cs typeface="Century"/>
                <a:sym typeface="Century"/>
              </a:rPr>
              <a:t>R</a:t>
            </a:r>
            <a:r>
              <a:rPr baseline="30000" i="1" lang="en-IN" sz="12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? Is an orthonormal basis for a vector space unique?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40665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Formal definition of an orthonormal basis: Consider an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240029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-dimensional vector space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basis vectors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240029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{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lang="en-IN" sz="1200"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lang="en-IN" sz="1200"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. . .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}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. If it is true that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240029" marR="243204" rtl="0" algn="l">
              <a:lnSpc>
                <a:spcPct val="102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∀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j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1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. . .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̸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i="1" lang="en-IN" sz="1100">
                <a:latin typeface="Arial"/>
                <a:ea typeface="Arial"/>
                <a:cs typeface="Arial"/>
                <a:sym typeface="Arial"/>
              </a:rPr>
              <a:t>j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⟨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j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⟩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0 and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⟨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en-IN" sz="110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IN" sz="105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baseline="-25000" i="1" lang="en-IN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IN" sz="1100">
                <a:latin typeface="Cambria"/>
                <a:ea typeface="Cambria"/>
                <a:cs typeface="Cambria"/>
                <a:sym typeface="Cambria"/>
              </a:rPr>
              <a:t>⟩ </a:t>
            </a: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= 1, then the basis is called an orthonormal basis.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40029" marR="208279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IN" sz="1100">
                <a:latin typeface="Tahoma"/>
                <a:ea typeface="Tahoma"/>
                <a:cs typeface="Tahoma"/>
                <a:sym typeface="Tahoma"/>
              </a:rPr>
              <a:t>If the basis vectors are only mutually orthogonal but not of length unity, then we have an orthogonal basis.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4"/>
          <p:cNvSpPr txBox="1"/>
          <p:nvPr>
            <p:ph idx="2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/>
              <a:t>Gram-Schmidt Orthonormalization Method</a:t>
            </a:r>
            <a:endParaRPr/>
          </a:p>
        </p:txBody>
      </p:sp>
      <p:pic>
        <p:nvPicPr>
          <p:cNvPr id="822" name="Google Shape;822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2" y="1154113"/>
            <a:ext cx="2650808" cy="190842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44"/>
          <p:cNvSpPr/>
          <p:nvPr/>
        </p:nvSpPr>
        <p:spPr>
          <a:xfrm>
            <a:off x="192087" y="731521"/>
            <a:ext cx="3572828" cy="511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a linarly independent set {x</a:t>
            </a:r>
            <a:r>
              <a:rPr baseline="-25000"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x</a:t>
            </a:r>
            <a:r>
              <a:rPr baseline="-25000"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…. x</a:t>
            </a:r>
            <a:r>
              <a:rPr baseline="-25000"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  we have to find an orthonormal set {e</a:t>
            </a:r>
            <a:r>
              <a:rPr baseline="-25000"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</a:t>
            </a:r>
            <a:r>
              <a:rPr baseline="-25000"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… e</a:t>
            </a:r>
            <a:r>
              <a:rPr baseline="-25000"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  such that span {x</a:t>
            </a:r>
            <a:r>
              <a:rPr baseline="-25000"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x</a:t>
            </a:r>
            <a:r>
              <a:rPr baseline="-25000"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…. x</a:t>
            </a:r>
            <a:r>
              <a:rPr baseline="-25000"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  = span {e</a:t>
            </a:r>
            <a:r>
              <a:rPr baseline="-25000"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</a:t>
            </a:r>
            <a:r>
              <a:rPr baseline="-25000"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… e</a:t>
            </a:r>
            <a:r>
              <a:rPr baseline="-25000"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IN" sz="9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 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5"/>
          <p:cNvSpPr txBox="1"/>
          <p:nvPr>
            <p:ph idx="2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/>
              <a:t>Gram-Schmidt Orthonormalization Method</a:t>
            </a:r>
            <a:endParaRPr/>
          </a:p>
        </p:txBody>
      </p:sp>
      <p:pic>
        <p:nvPicPr>
          <p:cNvPr id="829" name="Google Shape;829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3" y="769938"/>
            <a:ext cx="3303905" cy="2468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" y="892175"/>
            <a:ext cx="4148137" cy="913414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46"/>
          <p:cNvSpPr txBox="1"/>
          <p:nvPr>
            <p:ph idx="2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/>
              <a:t>Example</a:t>
            </a:r>
            <a:endParaRPr/>
          </a:p>
        </p:txBody>
      </p:sp>
      <p:pic>
        <p:nvPicPr>
          <p:cNvPr id="836" name="Google Shape;836;p46"/>
          <p:cNvPicPr preferRelativeResize="0"/>
          <p:nvPr/>
        </p:nvPicPr>
        <p:blipFill rotWithShape="1">
          <a:blip r:embed="rId4">
            <a:alphaModFix/>
          </a:blip>
          <a:srcRect b="69146" l="-1" r="-3890" t="0"/>
          <a:stretch/>
        </p:blipFill>
        <p:spPr>
          <a:xfrm>
            <a:off x="704850" y="1805589"/>
            <a:ext cx="1981200" cy="1067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8658" y="737419"/>
            <a:ext cx="1267965" cy="2301056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47"/>
          <p:cNvSpPr txBox="1"/>
          <p:nvPr>
            <p:ph idx="2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-5555" t="14886"/>
          <a:stretch/>
        </p:blipFill>
        <p:spPr>
          <a:xfrm>
            <a:off x="552450" y="968375"/>
            <a:ext cx="1447800" cy="2178522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48"/>
          <p:cNvSpPr txBox="1"/>
          <p:nvPr>
            <p:ph idx="2" type="body"/>
          </p:nvPr>
        </p:nvSpPr>
        <p:spPr>
          <a:xfrm>
            <a:off x="153670" y="76905"/>
            <a:ext cx="3188653" cy="576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2025-05-10T06:51:23Z</dcterms:created>
  <dc:creator>white Math Foundations Team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2025-05-10T00:00:00Z</vt:filetime>
  </property>
  <property fmtid="{D5CDD505-2E9C-101B-9397-08002B2CF9AE}" pid="5" name="PTEX.Fullbanner">
    <vt:lpwstr>This is MiKTeX-pdfTeX 4.13.0 (1.40.24)</vt:lpwstr>
  </property>
  <property fmtid="{D5CDD505-2E9C-101B-9397-08002B2CF9AE}" pid="6" name="Producer">
    <vt:lpwstr>3-Heights(TM) PDF Security Shell 4.8.25.2 (http://www.pdf-tools.com)</vt:lpwstr>
  </property>
  <property fmtid="{D5CDD505-2E9C-101B-9397-08002B2CF9AE}" pid="7" name="ContentTypeId">
    <vt:lpwstr>0x0101000A75E3588147654284604D4E812B6D70</vt:lpwstr>
  </property>
</Properties>
</file>