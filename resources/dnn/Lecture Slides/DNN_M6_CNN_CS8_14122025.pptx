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Masters/notesMaster1.xml" ContentType="application/vnd.openxmlformats-officedocument.presentationml.notesMaster+xml"/>
  <Override PartName="/ppt/ink/ink6.xml" ContentType="application/inkml+xml"/>
  <Override PartName="/ppt/ink/ink5.xml" ContentType="application/inkml+xml"/>
  <Override PartName="/ppt/ink/ink4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408" r:id="rId26"/>
  </p:sldIdLst>
  <p:sldSz cx="5765800" cy="3244850"/>
  <p:notesSz cx="5765800" cy="324485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Tahoma" panose="020B0604030504040204" pitchFamily="3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4" roundtripDataSignature="AMtx7mhpTYSZyyeTKyJGhvPrhVNitC2n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A3B58F-6099-475F-BB80-25D51F5F37B9}">
  <a:tblStyle styleId="{ECA3B58F-6099-475F-BB80-25D51F5F37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858" y="10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17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17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81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177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180" Type="http://schemas.openxmlformats.org/officeDocument/2006/relationships/customXml" Target="../customXml/item2.xml"/><Relationship Id="rId8" Type="http://schemas.openxmlformats.org/officeDocument/2006/relationships/slide" Target="slides/slide7.xml"/><Relationship Id="rId176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0" Type="http://schemas.openxmlformats.org/officeDocument/2006/relationships/slide" Target="slides/slide19.xml"/><Relationship Id="rId174" Type="http://customschemas.google.com/relationships/presentationmetadata" Target="metadata"/><Relationship Id="rId179" Type="http://schemas.openxmlformats.org/officeDocument/2006/relationships/customXml" Target="../customXml/item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419 1139 0 0,'0'0'0'0,"-6"-13"0"0,0 7 0 0,18 0 0 0,26 6 0 0,12 0 3 0,6 0 4 0,19 6 4 0,19 0-3 0,100-6-1 0,-31-6 3 0,31 6 4 0,6 0-8 0,-50 6-5 0,0 1 3 0,6-1 1 0,1 0-1 0,12 0-1 0,-13-6 0 0,-6 0-2 0,0 0 1 0,1-6-2 0,-1 0-1 0,-13-7 2 0,-11 7-1 0,-33 0-1 0,-36 12 4 0,-32-6 6 0,-19 0 3 0,-6-6-5 0,6 6-12 0,-6 6-92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551 1039 0 0,'0'0'0'0,"-13"-6"0"0,-12-13 0 0,13 6 0 0,18 1 0 0,13 12 0 0,24 0 1 0,1 0 4 0,25 0 2 0,69-13-2 0,43-12 1 0,-25 19 3 0,13 0-1 0,-75-1-4 0,-56 14-2 0,-20-1 0 0,-11 13-1 0,-14 31-46 0</inkml:trace>
  <inkml:trace contextRef="#ctx0" brushRef="#br0">2252 1076 16 0,'-25'-18'1'0,"-19"5"3"0,26 13-3 0,11-6 0 0,14 0 3 0,11-7 2 0,32 7-2 0,26 0-2 0,17 6 0 0,8 0-2 0,24 0 1 0,12-7 1 0,26 7-3 0,0 7 1 0,-1 11 0 0,-12 1-1 0,1-6 1 0,5-1 0 0,7 1 0 0,-1-1 0 0,1-6 0 0,6-6 2 0,-6 0-1 0,-20 0 2 0,-30 0 5 0,-32-6 2 0,-37 6-5 0,-25 6-3 0,-7-6-1 0,-12 7-15 0,0-1-36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3235 7642 14 0,'-7'-18'10'0,"20"-7"-9"0,-7 6 8 0,0 6 16 0,-6 32 0 0,7 12-19 0,5 13-2 0,1 13 0 0,-7 5 2 0,-6 7 2 0,-6-6-3 0,-1-1-1 0,7-18-1 0,-6-13-1 0,-6-18-1 0,-1-1-2 0,1-30-17 0,5-20-42 0,7 25 15 0</inkml:trace>
  <inkml:trace contextRef="#ctx0" brushRef="#br0">3278 7536 26 0,'-6'0'10'0,"-6"6"7"0,5 19 1 0,-5 7-1 0,-7-1-8 0,6 0-4 0,-5 0-4 0,11-12 2 0,-5 0-1 0,6-6 0 0,-7-13 1 0,13 0 1 0,0-19-4 0,6 0 0 0,7-6 0 0,6 0-1 0,-1-6 1 0,1-1 1 0,-6 1-1 0,-1 6 0 0,1 6 0 0,-13 7 1 0,6 12-1 0,0 6 0 0,13 19 1 0,12 0 1 0,-6 6-1 0,0-6 1 0,-12-12 1 0,-13 6 0 0,6-13-1 0,-6-6 0 0,-6-6-3 0,0-7-39 0,6 13-36 0</inkml:trace>
  <inkml:trace contextRef="#ctx0" brushRef="#br0">4886 2516 17 0,'-25'-6'7'0,"19"6"2"0,0-7-4 0,6 1-2 0,0-6 3 0,0-1 1 0,6-12-1 0,0 0-2 0,0-6-1 0,7 0 0 0,-1 5-2 0,1-11 1 0,12 12-1 0,6-6 0 0,1-7-1 0,-1 7 2 0,0 6-1 0,0 0 0 0,7 6-2 0,6 6 2 0,-1-5-3 0,1 5 2 0,0 13 0 0,-6 0 1 0,-1 0-1 0,7 6 0 0,6 7-1 0,6-1 1 0,-6 1 0 0,-6 6 1 0,0 6-1 0,0 0 1 0,0 12-1 0,-1 1 1 0,-5 6-1 0,-7 6 1 0,-6-13 1 0,0-5 0 0,-12-1 0 0,-1-6-1 0,1-13 1 0,-7-5-1 0,-6-7 1 0,-6-13 4 0,6-18-5 0,-7-7 0 0,7 13 0 0,-6 0-1 0,6 6 0 0,-6 1 0 0,6 5 1 0,0 7-1 0,6 12-1 0,7 13 1 0,-1 6 0 0,-5 0 0 0,11 0 0 0,-5-6 0 0,-7 6 0 0,7-6 0 0,-13 6 2 0,-7-19 1 0,-11 0-1 0,-1 0-1 0,-13 7 0 0,-5 0 0 0,6-7 0 0,-1 0 1 0,14 0 1 0,5-6-1 0,13 0-4 0,25 7-86 0</inkml:trace>
  <inkml:trace contextRef="#ctx0" brushRef="#br0">10260 1283 22 0,'7'-31'-1'0,"-7"18"1"0,-7 13-4 0,7 0-8 0</inkml:trace>
  <inkml:trace contextRef="#ctx0" brushRef="#br0">9954 2341 3 0,'0'0'8'0,"-19"-7"8"0,19 7-14 0,6 0-1 0,1 7-2 0,-7-1 2 0,0-12 9 0,6-7-7 0,0-6-1 0,13 7-2 0,6-13 1 0,6 0 0 0,13-6 0 0,-7-1 0 0,13 7 0 0,1 6 0 0,-8-6 0 0,14 0-1 0,-1 7 0 0,0-1-1 0,-6 6 2 0,7 13-1 0,-7-6 0 0,12 12 1 0,-5 1-2 0,-1 11 1 0,6 7-1 0,-12 7 1 0,0-1 0 0,-6-6 1 0,-12-6 1 0,-14-7-1 0,-5-5 1 0,-7-7 1 0,-6-7-1 0,-12-11-1 0,5-8 0 0,-11 1 0 0,5-12-1 0,1 18 1 0,12 7-1 0,-7 5 1 0,7 7-1 0,0 0-1 0,7 25 2 0,5 7-1 0,1 5 0 0,-1-12 0 0,1 7 1 0,-13-14 0 0,0-5 2 0,0-1 1 0,-7-12 0 0,-5 7-1 0,-13-7 1 0,-6 6-1 0,-7 0-1 0,13-6-1 0,19 0-45 0,6 6 6 0</inkml:trace>
  <inkml:trace contextRef="#ctx0" brushRef="#br0">14646 2466 6 0,'0'-6'11'0,"0"-1"3"0,-6 7 6 0,-1 0-4 0,7 7-5 0,-12 5-2 0,12 13-5 0,-6 13 0 0,6-1 0 0,0-5-2 0,18-1-1 0,1-6 1 0,6-13-2 0,-6 1 3 0,-6-13-1 0,-7-13 0 0,13-5-3 0,-7-1 5 0,1-12-5 0,-1 6 4 0,-12-7-2 0,-6 7-1 0,0 6 1 0,-1 7 2 0,-5-1-5 0,-7 1 6 0,7-1-2 0,-1 7 0 0,7 6-3 0,-13 13 1 0,0-1 0 0,0 1 1 0,13 5-25 0,19 1-74 0</inkml:trace>
  <inkml:trace contextRef="#ctx0" brushRef="#br0">14921 2535 31 0,'-12'0'13'0,"-1"0"8"0,7 0 2 0,6 0-16 0,38-13-5 0,5 1 0 0,1 5 3 0,-25 1 2 0,-13 0-3 0,0 6-6 0,7 0-75 0,-13 0 47 0</inkml:trace>
  <inkml:trace contextRef="#ctx0" brushRef="#br0">15197 2391 18 0,'-7'-6'14'0,"1"-13"-2"0,6 6 6 0,0-6 5 0,6 7-17 0,13 6-4 0,0-1-1 0,0 7-1 0,-1 0 0 0,-5 13 2 0,-7 6 0 0,0 6 2 0,-12 6-1 0,0 0 0 0,-7 1 1 0,-5 5 1 0,-1-12-1 0,0-6-2 0,0 0 0 0,13-7-1 0,0-5-1 0,6-1 1 0,6 0 1 0,25-12-3 0,13 0-1 0,-25-1 0 0,0 7 0 0,-13 0 4 0,0 0-2 0,-6 0-8 0,6 0-58 0,-6 7 16 0</inkml:trace>
  <inkml:trace contextRef="#ctx0" brushRef="#br0">15397 2353 13 0,'0'-6'5'0,"0"0"1"0,0-7 13 0,0 13-12 0,-7 6-1 0,1 13-1 0,6 0-3 0,-6 0-1 0,12 0 1 0,7-7-1 0,-1-12-2 0,7 6 0 0,6-6-1 0,0 13 0 0,0 6 1 0,-19-1 11 0,1 1 6 0,-26 0-3 0,-6-6-2 0,6-7-3 0,7 0-5 0,-1-6 0 0,13-6-15 0,0 0-65 0,0-1 44 0</inkml:trace>
  <inkml:trace contextRef="#ctx0" brushRef="#br0">15384 2366 9 0,'0'0'2'0,"6"-6"3"0,13-13 12 0,6 0 1 0,0 0-13 0,-12 7-5 0,6 5-36 0,-7 7 16 0</inkml:trace>
  <inkml:trace contextRef="#ctx0" brushRef="#br0">15660 2241 5 0,'0'0'2'0,"0"-7"8"0,0 7-3 0,0 0 2 0,-7 7-5 0,7 11-2 0,0 1-2 0,0-6 1 0,13-7-1 0,-1 0 0 0,1 7-2 0,6-1 1 0,-7 7 0 0,1 0 2 0,-1 0 9 0,-12-1 7 0,-12-5 0 0,-7-1-3 0,6-12-3 0,1 0-4 0,6-6 0 0,-7 6-4 0,7 0-2 0,0 0-11 0,6 0-49 0,6 6 4 0</inkml:trace>
  <inkml:trace contextRef="#ctx0" brushRef="#br0">15616 2297 15 0,'-7'-6'13'0,"20"-13"-4"0,18-19 10 0,13 13-10 0,-13 13-2 0,-6-1 11 0,-18 7-12 0,-7 6-14 0,6 0-80 0</inkml:trace>
  <inkml:trace contextRef="#ctx0" brushRef="#br0">14058 1827 4 0,'-13'-6'11'0,"7"-13"2"0,6 26-6 0,0 37 12 0,6 24-5 0,13-5-8 0,-13-13-2 0,-6-25-2 0,0-12 1 0,0-26 2 0,19-12-5 0,19 6-2 0,6 32 0 0,-13 18 1 0,-25 0 1 0,-31-12 1 0,-19-13 1 0,13-24-1 0,25-7-11 0,31 0-39 0,0 6 22 0</inkml:trace>
  <inkml:trace contextRef="#ctx0" brushRef="#br0">14227 1790 24 0,'0'0'0'0,"-19"-25"23"0,19 19-4 0,0 49 1 0,6 33-13 0,7-8-5 0,-1-5-1 0,1-25-33 0,-1-20-29 0</inkml:trace>
  <inkml:trace contextRef="#ctx0" brushRef="#br0">14402 1903 4 0,'0'-13'8'0,"0"-6"2"0,-6 7 1 0,-1 12-3 0,-5 0-3 0,-1 19 4 0,-5 6-2 0,5-7-4 0,1 7-2 0,5-6-1 0,7-6 1 0,13-13 0 0,6-13 1 0,6-12-2 0,-7 19-1 0,1 6 1 0,-6 19 5 0,-7-1-2 0,0 1-10 0,13-6-61 0</inkml:trace>
  <inkml:trace contextRef="#ctx0" brushRef="#br0">14533 1715 14 0,'7'-31'8'0,"5"18"11"0,-12 13 1 0,-19 38-4 0,7 18-7 0,-1 0-6 0,20-12-1 0,-1-19-1 0,0 0 1 0,0-31-92 0</inkml:trace>
  <inkml:trace contextRef="#ctx0" brushRef="#br0">14565 1771 15 0,'-7'-19'19'0,"7"-6"-6"0,0 7 2 0,0 11-6 0,0 7-2 0,-12 13 3 0,-13 37-2 0,0 0-5 0,12-6-2 0,26-7-1 0,24-18 1 0,7-19 0 0,0-31-1 0,-7-26-1 0,-18-11-2 0,-12-7 1 0,-26 24 1 0,12 20 0 0,7 25 0 0,0 12-2 0,0 38 5 0,0 19 2 0,0-1-1 0,0-18-1 0,7-19-1 0,-1-25 2 0,19-31-1 0,6-13-4 0,-6 25 8 0,-18 13-7 0,-20 31-1 0,-6 0 0 0,19 0 3 0,25-19 3 0,7-6-3 0,-7-6-1 0,-13-7-18 0,-6 13-71 0</inkml:trace>
  <inkml:trace contextRef="#ctx0" brushRef="#br0">15365 1577 1 0,'0'0'5'0,"0"-12"2"0,7-1 4 0,-1 13-4 0,-6 0 5 0,6 13-4 0,-6 5-3 0,6 7-3 0,1-6-1 0,-1 0 0 0,0-7 1 0,1-5-1 0,-1-14-2 0,13 1-2 0,6-6-1 0,12 12 1 0,-12 0 2 0,-12-13 2 0,-13 1-1 0,0-13-1 0,0 6-29 0,0 6 10 0,12 1 19 0,1-13 1 0,-7-7 1 0,-6-11 6 0,0 11 4 0,6 14-4 0,0 24 5 0,7 25-8 0,-1 13 0 0,1 0-1 0,6-19 0 0,-13-19 0 0,7-12-3 0,-7-13-1 0,6 7-1 0,7 18 1 0,0 6-7 0,6-5 1 0,0-14 4 0,-6-11 1 0,-7-8 1 0,-6 14 1 0,-6 31 2 0,13 12-3 0,6-6-26 0,-13-19 23 0</inkml:trace>
  <inkml:trace contextRef="#ctx0" brushRef="#br0">15810 1327 1 0,'-7'-7'1'0,"7"7"-3"0</inkml:trace>
  <inkml:trace contextRef="#ctx0" brushRef="#br0">15947 1202 2 0,'0'0'3'0,"0"0"3"0,13 25 8 0,-7 25-9 0,-6 25-1 0,6-6-21 0,1-13 0 0,-1-50 17 0</inkml:trace>
  <inkml:trace contextRef="#ctx0" brushRef="#br0">15941 1302 29 0,'6'-7'2'0,"44"-11"17"0,-37 18-17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11305 4131 15 0,'0'0'3'0,"0"-19"1"0,6 7 8 0,-6 12 0 0,0 50 15 0,-6 37-15 0,12 20-6 0,-6-26-1 0,7-18-1 0,-7-26-2 0,0-12-25 0,0-18-48 0</inkml:trace>
  <inkml:trace contextRef="#ctx0" brushRef="#br0">11280 4143 35 0,'0'-43'16'0,"31"5"-11"0,13 13 0 0,0 13 3 0,-6 24 5 0,-7 26-8 0,-12-1-2 0,-26 1 0 0,-30-1 0 0,-7 1-2 0,6-13 1 0,13-19 1 0,13-6-1 0,6 0-2 0,6 13-2 0,18 24 2 0,26 13-1 0,31 0 1 0,0-12 2 0,-18 6 3 0,-32-19-3 0,-13-13 0 0,-12-12-5 0,6-6-94 0</inkml:trace>
  <inkml:trace contextRef="#ctx0" brushRef="#br0">12331 3974 54 0,'-6'-25'2'0,"-7"13"0"0,13-1-2 0,-12 13 1 0,-32 7 6 0,0 30 0 0,-6 13-4 0,13 19-1 0,12-13-2 0,18 13 0 0,14-6 0 0,11-13 2 0,14-25-4 0,12-12 4 0,6-26-7 0,6-12-4 0,-19 0 7 0,-12-6 2 0,-25 18 1 0,0 7 5 0,0 18-2 0,-6 32 3 0,0 6-2 0,6-6-2 0,12-13-2 0,1 1-35 0,-7-26-16 0</inkml:trace>
  <inkml:trace contextRef="#ctx0" brushRef="#br0">12219 4294 51 0,'0'0'0'0,"-19"-19"29"0,38 13-24 0,31-7-1 0,0 1-2 0,12 5-6 0,-5 1-79 0</inkml:trace>
  <inkml:trace contextRef="#ctx0" brushRef="#br0">12988 3962 9 0,'6'-44'23'0,"1"13"6"0,-7 25-14 0,0 56 2 0,-7 56-8 0,1-6-7 0,12-18-1 0,7-20-5 0,6-18-90 0</inkml:trace>
  <inkml:trace contextRef="#ctx0" brushRef="#br0">12988 3937 37 0,'0'0'1'0,"-6"-13"2"0,18-5-2 0,-12 5 1 0,0-6 11 0,0 7-7 0,13-7-6 0,-1 6 2 0,7 1 3 0,-6-1 2 0,12 7-1 0,6 0-3 0,0 25-1 0,-6 12 0 0,-6 0 3 0,-13 7 0 0,-25-7-2 0,-12 0-1 0,-6-6-1 0,12-6 1 0,12-6-3 0,13 12 2 0,38 0-2 0,18 19 0 0,-12-1 0 0,-25 1 0 0,-26-12 1 0,-43-7 7 0,-6-13 2 0,0-6-1 0,12-18-6 0,31 6-7 0,20-7-102 0</inkml:trace>
  <inkml:trace contextRef="#ctx0" brushRef="#br0">11443 4819 14 0,'0'0'0'0,"-6"-6"19"0,6-6-17 0,6-1 4 0,-6 7 8 0,0 6-1 0,0 0-11 0,0 37 3 0,6 20-2 0,7 24 1 0,-7-31 1 0,0-18-3 0,-6-7 0 0,0-19-1 0,6-6-29 0,-6-13-30 0</inkml:trace>
  <inkml:trace contextRef="#ctx0" brushRef="#br0">11437 4776 40 0,'-13'-7'7'0,"13"7"-6"0,0 7 0 0,-13 11 10 0,1 1 1 0,6-6-7 0,-1-1-3 0,7 1-2 0,0-7 1 0,0-6 2 0,0-6 8 0,0-7-10 0,7 1 0 0,-1-7-1 0,0 0 0 0,7 7 1 0,-13-1 5 0,6 7-2 0,0 6-3 0,1 0 2 0,5 12 0 0,7 1 0 0,0-1-1 0,-1 7-6 0,-5 0-98 0</inkml:trace>
  <inkml:trace contextRef="#ctx0" brushRef="#br0">12331 4701 17 0,'-12'-13'23'0,"12"13"-21"0,0 25-1 0,12 38 3 0,-6-1-1 0,-6-5-1 0,7-20 0 0,-7-18-1 0,0-7-36 0,0-12 18 0</inkml:trace>
  <inkml:trace contextRef="#ctx0" brushRef="#br0">12319 4663 16 0,'0'0'0'0,"-13"0"17"0,1 19-16 0,5 0-1 0,1-7 1 0,-6 1 1 0,5-13 2 0,7 0 0 0,0 0-3 0,0-13 0 0,7 1 0 0,-1-7 0 0,0 0 1 0,7 0 5 0,-1 13-1 0,13 12-5 0,6 7 1 0,-6-1-1 0,0 7-13 0,-12-19-24 0</inkml:trace>
  <inkml:trace contextRef="#ctx0" brushRef="#br0">13238 4594 2 0,'0'-6'13'0,"0"-13"3"0,-6 7-8 0,0-1-2 0,6 19-6 0,12 26 1 0,-5 36 3 0,-1 1-2 0,0-19 0 0,7-18-2 0,-7-14-43 0</inkml:trace>
  <inkml:trace contextRef="#ctx0" brushRef="#br0">13201 4557 28 0,'-13'-7'6'0,"7"7"-5"0,0 7-2 0,-1 5 3 0,-5 1 4 0,6-1-3 0,-1 1-4 0,7-7 3 0,0-12 1 0,13-19-1 0,6-7 0 0,-7 20 2 0,13 6-2 0,13 31-1 0,6 0-11 0,-32-19-30 0</inkml:trace>
  <inkml:trace contextRef="#ctx0" brushRef="#br0">12475 2785 41 0,'0'0'0'0,"-19"-19"4"0,19 19-4 0,-25 19 1 0,-25 12 2 0,-19 26 4 0,19 12-5 0,38-19-1 0,18-13 1 0,57-24 0 0,24-26-1 0,20-18-54 0</inkml:trace>
  <inkml:trace contextRef="#ctx0" brushRef="#br0">12707 2541 1 0,'0'0'3'0,"-7"-12"15"0,1 18-10 0,0 31-6 0,6 13 1 0,6 19 4 0,0 0-2 0,-6-13-3 0,7-12-1 0,-7-25 2 0,6-13-1 0,-6-18 2 0,6-20-3 0,13 7 0 0,6 0-1 0,12 0 1 0,-12 25-2 0,7 13 1 0,-7 12 0 0,0 0 1 0,0-6-1 0,-6-7 2 0,18-5-9 0,-18-7-43 0</inkml:trace>
  <inkml:trace contextRef="#ctx0" brushRef="#br0">13157 2773 11 0,'0'0'0'0,"0"0"5"0,12-19-1 0,1 6-2 0,-7-12 1 0,-6 7 1 0,0 5-1 0,-12-6-1 0,5 13-2 0,-5-7 1 0,-1 13-1 0,-5 7 1 0,5 5 0 0,1 13 0 0,-7 0-1 0,13 7 0 0,-1-7 1 0,1-7-1 0,19 1 0 0,12-13 1 0,0-6 0 0,0-12-1 0,0-13 1 0,0 0 0 0,-6 0-1 0,-1 12 0 0,-11 7 0 0,-1 6 0 0,-6 6 0 0,0 13 0 0,6-6 1 0,19-1-1 0,0-12 0 0,6-12 0 0,1-13 0 0,-7 6 0 0,0 6 0 0,-13 13-2 0,-5 0 3 0,-7 7 0 0,-13-1 2 0,-6 6-1 0,7-12 1 0,12-6-1 0,6-13-1 0,6 0-1 0,1 1 0 0,0 11-1 0,5 1 1 0,7 6 0 0,-12 0 0 0,-1 13 1 0,-12 5-1 0,0-5 1 0,13 0-1 0,-1-13 1 0,20-7-1 0,-7-18 1 0,-7 6 0 0,1-12 0 0,6 12-2 0,-12 13 1 0,-1 6-1 0,-12 6 2 0,-6 7 0 0,-7 6-1 0,13-7 0 0,0-6 2 0,0-12 0 0,7-13-1 0,-1-6 0 0,7 0-2 0,5 13 1 0,7-1 0 0,0 20-2 0,0-1 2 0,-12 13 0 0,12-1 0 0,6-11-19 0,7-1-16 0,-32-12 27 0</inkml:trace>
  <inkml:trace contextRef="#ctx0" brushRef="#br0">13939 2560 3 0,'0'0'0'0,"6"-13"15"0,7 7-11 0,6 0-3 0,-1 0 0 0,7-13-1 0,-6-13 1 0,-19 14 0 0,-19 18-1 0,-6 37 2 0,0 7 0 0,13-13-1 0,18-12 2 0,32-19 0 0,18-25-3 0,0-19 2 0,-6-12-2 0,-6-19 0 0,-25-13-1 0,-7 7 1 0,-5 56 1 0,-20 50-1 0,1 37 2 0,12 14-1 0,37-1 0 0,1-32-41 0</inkml:trace>
  <inkml:trace contextRef="#ctx0" brushRef="#br0">14565 2385 66 0,'-13'-13'4'0,"-18"1"2"0,50 37-67 0</inkml:trace>
  <inkml:trace contextRef="#ctx0" brushRef="#br0">10417 5833 27 0,'-7'-6'10'0,"1"0"-5"0,6-7 1 0,0 13 12 0,-12 0-5 0,5 7-3 0,1 18-2 0,6 0-5 0,13 6-2 0,-7 7-2 0,6-1 2 0,7-6-1 0,-6-18 1 0,-1-7 1 0,7-12 1 0,-6-19 0 0,-7 0-1 0,-6 0-1 0,0-6 0 0,-6 6 0 0,-1 0 0 0,-5-1 0 0,-13 8 1 0,6 11 2 0,-6 1-1 0,12 12-2 0,1 7-8 0,12 12-54 0,6-19 14 0</inkml:trace>
  <inkml:trace contextRef="#ctx0" brushRef="#br0">10654 5833 86 0,'0'0'7'0,"7"-12"-1"0,18-1 3 0,-6-5-7 0,6 11-15 0,0-5-68 0</inkml:trace>
  <inkml:trace contextRef="#ctx0" brushRef="#br0">10842 5727 38 0,'0'0'0'0,"-12"-12"12"0,30-7-11 0,1 13 11 0,6-1 2 0,6 7-7 0,-5 0-4 0,-20 13-1 0,-6 12 1 0,-6 6-1 0,-13 7-1 0,0-7-1 0,13-12 1 0,6-13-1 0,6-6 3 0,13-13 1 0,12 1-2 0,0-1-2 0,-12 13-1 0,0 0-36 0,-13 0-15 0</inkml:trace>
  <inkml:trace contextRef="#ctx0" brushRef="#br0">11111 5677 42 0,'-6'-6'6'0,"12"6"-4"0,-6 0 10 0,0 6 7 0,0 0-13 0,6 13-5 0,13 0 0 0,6-7 1 0,-6 1-2 0,-6-7 8 0,-13 7 0 0,-13-1-5 0,-6 7-28 0,0-13-50 0</inkml:trace>
  <inkml:trace contextRef="#ctx0" brushRef="#br0">11117 5664 59 0,'0'0'0'0,"13"-18"8"0,24-1-8 0,1 0-11 0,-25 13-25 0</inkml:trace>
  <inkml:trace contextRef="#ctx0" brushRef="#br0">11293 5583 52 0,'0'0'0'0,"-7"0"7"0,1 13-6 0,19 5-1 0,12 1 2 0,-7-6 12 0,1-1-10 0,-13 1-1 0,-12 6-6 0,-13-7-68 0</inkml:trace>
  <inkml:trace contextRef="#ctx0" brushRef="#br0">11305 5583 82 0,'-12'-25'28'0,"49"-6"-22"0,32-1-15 0,-19 20-85 0</inkml:trace>
  <inkml:trace contextRef="#ctx0" brushRef="#br0">12312 5395 81 0,'-12'-18'7'0,"6"11"-3"0,6 7 9 0,-7 0 1 0,1 25-11 0,0 13 0 0,25-1-2 0,-1-12 1 0,7-18 1 0,0-14 5 0,-12-61 12 0,-26 36-11 0,-18 20-8 0,12 12-46 0,13 6-41 0</inkml:trace>
  <inkml:trace contextRef="#ctx0" brushRef="#br0">12456 5383 148 0,'-12'-13'14'0,"43"7"-20"0,25-13-113 0</inkml:trace>
  <inkml:trace contextRef="#ctx0" brushRef="#br0">12650 5264 50 0,'-6'0'38'0,"-7"-13"-33"0,20 1 3 0,-1 6 13 0,13 18-2 0,6 7-15 0,-19 12-2 0,-12-6 2 0,0-6 0 0,6-7-3 0,0-12 0 0,6 7 1 0,25-20 0 0,19 1-15 0,0-1-101 0</inkml:trace>
  <inkml:trace contextRef="#ctx0" brushRef="#br0">12888 5251 37 0,'-25'0'30'0,"19"19"-30"0,24 0 0 0,1 0 0 0,0-7 1 0,-13 1-3 0,-18 12-31 0,-1-19 4 0</inkml:trace>
  <inkml:trace contextRef="#ctx0" brushRef="#br0">12869 5239 43 0,'0'-25'9'0,"44"0"-53"0</inkml:trace>
  <inkml:trace contextRef="#ctx0" brushRef="#br0">13076 5126 45 0,'0'0'5'0,"-7"19"6"0,7 25-8 0,19-7-2 0,0 1-8 0,-13-13-24 0,-6-13 8 0</inkml:trace>
  <inkml:trace contextRef="#ctx0" brushRef="#br0">13094 5195 26 0,'0'0'5'0,"13"-13"17"0,12-5-18 0,25-7-54 0</inkml:trace>
  <inkml:trace contextRef="#ctx0" brushRef="#br0">13795 5032 36 0,'0'-6'1'0,"-6"-7"1"0,12 7-2 0,-18 38 14 0,-7 5-5 0,25 7-7 0,25-25 1 0,13-26-1 0,0-24 1 0,-25-6-1 0,-13-7 3 0,-37 0-2 0,-13 25-7 0,6 25-71 0</inkml:trace>
  <inkml:trace contextRef="#ctx0" brushRef="#br0">14033 4951 107 0,'0'-13'3'0,"6"7"0"0,44-6-2 0,-12-7-2 0,-26 13-23 0,1 6-54 0</inkml:trace>
  <inkml:trace contextRef="#ctx0" brushRef="#br0">14202 4801 30 0,'0'0'0'0,"6"-25"5"0,32 12-3 0,5 7 9 0,-11 12 6 0,-1 13-9 0,-19 12-4 0,-18 7-1 0,-25 6-2 0,6-1-2 0,6-24 2 0,13-13 0 0,6 1 1 0,12-7 8 0,26-13-4 0,6 1-5 0,0 5-24 0,-13 1-50 0</inkml:trace>
  <inkml:trace contextRef="#ctx0" brushRef="#br0">14521 4744 32 0,'-6'0'11'0,"-7"0"6"0,19 19-14 0,7 0-2 0,6-7 0 0,12 13 0 0,-6-6 3 0,-6-6 11 0,-13-1-9 0,-6-5-3 0,-13 5-9 0,-18 7-31 0,-13-13-12 0</inkml:trace>
  <inkml:trace contextRef="#ctx0" brushRef="#br0">14508 4732 18 0,'7'-19'18'0,"30"-19"0"0,13 13-15 0,-6 13-31 0,-38 12 4 0</inkml:trace>
  <inkml:trace contextRef="#ctx0" brushRef="#br0">14752 4625 50 0,'0'0'6'0,"-18"7"-8"0,18 24 1 0,6-6 1 0,0-6 11 0,38 6-5 0,-19-13-3 0,0 13 1 0,-19 0 0 0,-31 13-35 0,0-26-15 0</inkml:trace>
  <inkml:trace contextRef="#ctx0" brushRef="#br0">14771 4613 96 0,'0'-31'29'0,"25"-19"-15"0,50 31-87 0,-56 12 22 0</inkml:trace>
  <inkml:trace contextRef="#ctx0" brushRef="#br0">10567 6847 21 0,'-13'-18'6'0,"13"-1"3"0,0-6 8 0,7 12-4 0,5 1-1 0,13 12 0 0,-6 6-5 0,0 19-1 0,-13 0 2 0,-6 19-3 0,0-13-3 0,6-6-1 0,7-12 0 0,-13-7 0 0,0-6 2 0,-7-6-1 0,1-19-1 0,12-6 0 0,1-1-1 0,5 1 1 0,7 6-1 0,0 6 0 0,6 13-1 0,0 6 1 0,0 19 0 0,-13-1 0 0,-5 7 0 0,5-12 0 0,-6-1-13 0,13-5-57 0,-13-7 37 0</inkml:trace>
  <inkml:trace contextRef="#ctx0" brushRef="#br0">10942 6760 39 0,'7'-6'13'0,"-1"12"-5"0,0 6 10 0,-6 1-7 0,0-1-8 0,13 1-2 0,-1-1 0 0,1-12 0 0,12 0-1 0,0-12 0 0,-19 6 0 0,-6-7 0 0,0-6 0 0,-13-6 0 0,1-6-2 0,-1 6 1 0,1 19 1 0,-1 6-1 0,7 6 1 0,0 7 0 0,0 5 0 0,6 7-1 0,12 7 1 0,7-20 0 0,6 1 1 0,0-20-1 0,6-11 1 0,0-7 0 0,1-7-1 0,-7 7 1 0,-6-6-1 0,-13 12 1 0,-6 0 0 0,0 7 0 0,-13 6-1 0,7-1 1 0,-7 7 0 0,7 13-1 0,-6-7 0 0,12 7 1 0,6-7-2 0,19 0 0 0,6 13 1 0,-6 6-2 0,-18 0 2 0,-7-6 0 0,6-13 0 0,25-12-14 0,-6-13-60 0</inkml:trace>
  <inkml:trace contextRef="#ctx0" brushRef="#br0">11386 6610 66 0,'-12'-7'6'0,"18"20"-5"0,0 12 8 0,-6 12 2 0,0-11-6 0,7-14-2 0,-1-12-1 0,-6 0 3 0,0-25-2 0,6-6-2 0,0-1-1 0,1 14 1 0,5 5-1 0,7 7 1 0,-6 12 0 0,-1 13 0 0,1 6 1 0,-13-6-1 0,6-13 0 0,-6-12 3 0,12-26-2 0,1 1-1 0,6 25-2 0,-1 6 0 0,1 19 0 0,6-7 1 0,-12-6 0 0,5 7-56 0,-11-13-8 0</inkml:trace>
  <inkml:trace contextRef="#ctx0" brushRef="#br0">11799 6585 33 0,'-6'-13'11'0,"6"1"-9"0,6-1 0 0,-6 1 2 0,0-7-1 0,-6 12 2 0,-6-5 4 0,-1 6-2 0,1 6-5 0,-1 6-1 0,-6 0 1 0,7 7 2 0,-1 6-1 0,7-7-2 0,6 7 0 0,0-7-1 0,0 13 0 0,0-18 0 0,0-1 0 0,6-6 1 0,13-13 0 0,0-12 1 0,-7 13-2 0,1 6 0 0,-1 18 0 0,-5 7 0 0,11-7 1 0,14-12 0 0,5-25 0 0,1-6 0 0,-7-13 1 0,-12-18-1 0,-7-20 1 0,-12 20-2 0,-12 24 1 0,-1 19 0 0,7 19-2 0,0 25 1 0,6 19 1 0,6 13 0 0,13-1-2 0,0-25 2 0,6-6 0 0,-7-25 1 0,7-25-2 0,-6 25 0 0,6 19-1 0,-6 12 0 0,-13-6-43 0,0-12-13 0</inkml:trace>
  <inkml:trace contextRef="#ctx0" brushRef="#br0">12056 6290 89 0,'-6'-6'3'0,"-7"0"-4"0,32 0-85 0</inkml:trace>
  <inkml:trace contextRef="#ctx0" brushRef="#br0">12244 6366 56 0,'0'0'0'0,"-25"-7"3"0,31 1-8 0,-6 0 17 0,-6 6 3 0,12-7-10 0,13 7-1 0,12 7-3 0,6 12 0 0,-12 6 1 0,-18-7 1 0,-26 7 0 0,0-12-1 0,19-7-3 0,31 13-1 0,19 37-1 0,-12 7 0 0,-32-19 2 0,-43-7 3 0,-13-24 1 0,6-20 1 0,6-18-2 0,26-12-3 0,24-13-16 0,38-7-7 0,19-11 19 0,-6-1 6 0,-19 6 5 0,-32 26 12 0,-12 30-3 0,-19 7-12 0,-6 25-2 0,0 7-1 0,25 5-1 0,13-5-1 0,24-20-2 0,20-12-10 0,11-19 1 0,1-12 12 0,0-13 1 0,-19 7 1 0,-37 24 9 0,-45 13 1 0,-11 25-7 0,11 0-4 0,32 0 1 0,13-25 0 0,24-25-1 0,1-19-7 0,-13-31 5 0,-25-12 4 0,-13 55 12 0,1 70-4 0,-7 43-4 0,19 1-5 0,25-14-8 0,-12-5-62 0,-13-57 36 0</inkml:trace>
  <inkml:trace contextRef="#ctx0" brushRef="#br0">10442 7304 71 0,'0'0'0'0,"-88"13"18"0,82-13-13 0,75-38-1 0,87-18 6 0,82-13-1 0,81-25-6 0,69 0-3 0,25 1 0 0,-32 17-1 0,-80 20 3 0,-82 12 3 0,-94 13-4 0,-75 6-2 0,-63 19-15 0,7 6 7 0,-107 0-55 0,51 12 40 0</inkml:trace>
  <inkml:trace contextRef="#ctx0" brushRef="#br0">10267 7455 75 0,'0'0'0'0,"-157"56"8"0,76-25-8 0,62-31 24 0,75-31-14 0,88-32-3 0,44-12 2 0,-144 63-8 0,256-101 4 0,63 0-2 0,19 7-3 0,-13 12 2 0,-38 13 1 0,-68 18 9 0,-88 19-1 0,-81 19-3 0,-75 13-4 0,-25 6-40 0,-7 6-87 0</inkml:trace>
  <inkml:trace contextRef="#ctx0" brushRef="#br0">11906 7323 20 0,'0'-19'19'0,"-7"7"6"0,1 6 2 0,-6 12-5 0,-1 13-9 0,7 6-10 0,6 19-2 0,6 6 1 0,7 0-1 0,5-13-1 0,7-12 1 0,13-18 0 0,-7-20 0 0,1-18 0 0,-7-13 0 0,-13 6-1 0,-6 1 0 0,-12-1 1 0,-13 13 0 0,-18-6 1 0,6 18-2 0,6 13 1 0,-13 19 0 0,7 12-3 0,18-12-35 0,19-6-45 0</inkml:trace>
  <inkml:trace contextRef="#ctx0" brushRef="#br0">12356 7286 42 0,'0'0'0'0,"-25"0"24"0,19 6-2 0,18-19 20 0,38-12-37 0,7 0-3 0,12 13-1 0,-26-1 0 0,-30 7-1 0,-13 6-65 0,0 0 3 0</inkml:trace>
  <inkml:trace contextRef="#ctx0" brushRef="#br0">12719 6991 31 0,'6'-12'13'0,"13"-1"16"0,-13 32 11 0,-6 44-21 0,0 12-12 0,7-19-3 0,5-18-2 0,1-19-1 0,-13-13 1 0,-7-25-38 0,-5-6-71 0</inkml:trace>
  <inkml:trace contextRef="#ctx0" brushRef="#br0">11806 7836 68 0,'0'0'0'0,"-44"0"29"0,25 0-28 0,13 7 17 0,12-7-1 0,32-19-7 0,62-25-1 0,56-18-2 0,44-7-6 0,13 6 5 0,-19 13-3 0,-38 0 3 0,-49 19-2 0,-63 18 0 0,-44 13 2 0,-32 0-9 0,-24 13-60 0,0 5-38 0</inkml:trace>
  <inkml:trace contextRef="#ctx0" brushRef="#br0">11712 7955 52 0,'0'0'0'0,"-50"13"49"0,43-7-49 0,33-18 12 0,30-20 6 0,44-11-6 0,44-14-7 0,31-5-5 0,25-7 0 0,-6 12-1 0,-31 14 5 0,-44 11 12 0,-44 7-1 0,-44 13-1 0,-25 5-3 0,-12 7-7 0,-6 0-30 0,-1-6-114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8058 2998 87 0,'0'0'0'0,"-12"-25"6"0,12 25-5 0,6 0 2 0,-37 0-2 0,-32 6 2 0,-12 19 6 0,19 0-2 0,24-6-6 0,26 0 3 0,6 0-4 0,6-1 0 0,13 7 1 0,0 13 1 0,-7 18 0 0,-5 1 2 0,-1 5-3 0,-6 13-1 0,0 0 1 0,0 1 1 0,0 5-2 0,0-12 1 0,6 0 0 0,-12 6-2 0,6-19 2 0,12-6 1 0,13-25 0 0,7 0 0 0,12-6-1 0,-1-13 0 0,-5 1 0 0,6-7-1 0,-13 0 1 0,-12-7 0 0,-13 7 1 0,-12 0 1 0,-1-6-3 0,-5 6 0 0,-1 6-56 0,13-6-1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6219 2134 20 0,'-6'-6'14'0,"6"6"-9"0,0-13 4 0,0 7-4 0,6-13 2 0,6 1 2 0,1 5-2 0,6 1-3 0,-1 5-1 0,1 7-2 0,0 0 0 0,-7 19 0 0,-5 12 2 0,-1 1 1 0,-6-1-1 0,-6-6-1 0,-7-6 2 0,1-7-2 0,5 1 0 0,1-7-2 0,0 0 1 0,12-12 2 0,0-6-2 0,7-1 0 0,-7-6 0 0,0 7-4 0,7 5-13 0,-7 1 11 0,-6 0-2 0,0 0-48 0</inkml:trace>
  <inkml:trace contextRef="#ctx0" brushRef="#br0">6344 2022 33 0,'-6'-13'9'0,"6"0"13"0,0 1-20 0,6 12-2 0,0 12 3 0,-12 14 4 0,0 5 1 0,6 6 0 0,0 1-2 0,0-13-5 0,0-13 1 0,0-5-1 0,12 5-1 0,7 1 1 0,6 12-1 0,6 0-1 0,-12 6 1 0,-13 0 0 0,-18-6 9 0,-20-12 10 0,7-7-6 0,-6-6-4 0,19-6-3 0,5 0-3 0,7-1-3 0,7-5-13 0,5-13-54 0,-6 6 7 0</inkml:trace>
  <inkml:trace contextRef="#ctx0" brushRef="#br0">6331 2053 15 0,'7'-31'27'0,"11"5"-4"0,7 1-17 0,13 13-4 0,6-1-23 0,-19 7-21 0</inkml:trace>
  <inkml:trace contextRef="#ctx0" brushRef="#br0">6575 1946 17 0,'0'-6'30'0,"-6"6"-12"0,6 19-19 0,-12 25 2 0,5 6 0 0,1-6 4 0,19-19 0 0,12-7-2 0,6-5-1 0,-6-19 1 0,0-13 0 0,-13-19 2 0,-5-5 7 0,-14-1 4 0,-18 0-3 0,0 19-5 0,7 19-6 0,-7 18-7 0,6 13-22 0,13 6-65 0</inkml:trace>
  <inkml:trace contextRef="#ctx0" brushRef="#br0">6826 1865 16 0,'0'-25'32'0,"18"6"-14"0,14 13-12 0,5 18 2 0,13 7 3 0,-6 13-6 0,-6-7-2 0,-7-7 0 0,-19 1-28 0,-5-13-33 0</inkml:trace>
  <inkml:trace contextRef="#ctx0" brushRef="#br0">7051 1777 42 0,'0'0'14'0,"-13"32"-5"0,-5 30-3 0,-7-5-4 0,6-7-1 0,0-13 2 0,-6-5-66 0</inkml:trace>
  <inkml:trace contextRef="#ctx0" brushRef="#br0">7270 1677 25 0,'0'0'0'0,"-6"-12"22"0,6 12-17 0,-7 6-5 0,1 13 3 0,-13 6-3 0,13 6 2 0,0-6 0 0,6-12-1 0,6-1 1 0,0-6 0 0,13-6 0 0,0 0-1 0,12 0-2 0,-6 13 1 0,0 6-1 0,-12 6 8 0,-1 6 1 0,-18-6 1 0,-13-6 3 0,-6-7 9 0,0-5-5 0,6-7-9 0,19 0-4 0,0-7-17 0,7 1-52 0,-1-6 6 0</inkml:trace>
  <inkml:trace contextRef="#ctx0" brushRef="#br0">7239 1702 72 0,'0'0'0'0,"-7"-37"32"0,45 12-28 0,18 0-4 0,-12 12 1 0,-25 1 27 0,-13-1-15 0,-6 13-9 0,0 0-40 0,6 0-58 0</inkml:trace>
  <inkml:trace contextRef="#ctx0" brushRef="#br0">6281 2047 3 0,'0'6'4'0,"-12"-6"12"0,6-6 8 0,6-7-9 0,31-12-2 0,13 0-4 0,6 6-4 0,-7 7 1 0,-11-1 6 0,-26 1 0 0,-6 12-2 0,-19 6-8 0,-18 13 0 0,-7 6-2 0,0 0 1 0,13-6-1 0,12-7 0 0,7-6 0 0,12 1 1 0,0-7 2 0,0 6 0 0,0 19 1 0,0 12-2 0,-13 1 3 0,7 0-3 0,-7-13 1 0,13 0-1 0,0 0 0 0,0-13-2 0,0 1 2 0,0-7-1 0,0-12 8 0,7-1-8 0,5-5-1 0,7-1 1 0,-7 7-2 0,7-6 2 0,0 5-1 0,6-5 0 0,-6 12 0 0,-7 0 0 0,7 6 0 0,-7 13 0 0,-5 6-1 0,5 0 1 0,-12 6 0 0,-19-6 1 0,-6-6 1 0,-6 0 0 0,0-13 2 0,6 0-1 0,6 1-1 0,13-7 0 0,6 0-1 0,0 0-2 0,6 0-3 0,13 6-26 0,-7-12-101 0</inkml:trace>
  <inkml:trace contextRef="#ctx0" brushRef="#br0">6206 2147 66 0,'0'-7'3'0,"-6"-18"13"0,50-12-13 0,18-1-2 0,-12 1 1 0,-12 12 15 0,-13 6-10 0,-13 19-3 0,-12 0 5 0,-31 0-7 0,0 19-1 0,0-1-1 0,6 8 0 0,12-8 0 0,7 7-1 0,0 7 1 0,-1-7 3 0,1 6-4 0,0-6 1 0,0 6 1 0,6 1-1 0,0-20 0 0,-7 7 1 0,1-13 0 0,6-6 2 0,-6-6 0 0,6-7-2 0,6-5 0 0,7 11-1 0,5-5 0 0,7 6-1 0,7 12 2 0,-7 19-2 0,-7 6 2 0,-11 7 1 0,-20-13 4 0,-12 0 2 0,0-13 0 0,0-5-5 0,6-7 0 0,7 0 0 0,12 0-3 0,6-7-27 0,38 1-96 0</inkml:trace>
  <inkml:trace contextRef="#ctx0" brushRef="#br0">7564 1658 51 0,'-6'0'3'0,"-19"-12"17"0,12 12-17 0,-12 25 5 0,13 13 13 0,-1 5-9 0,19 1-4 0,13-6-4 0,12-13-1 0,7-13 0 0,6-18 1 0,-7-19-2 0,-12-6 2 0,-12-13-1 0,-20 0 1 0,-24 0 6 0,-13 25-4 0,1 13-6 0,-7 19-10 0,6 24-74 0,38-30 36 0</inkml:trace>
  <inkml:trace contextRef="#ctx0" brushRef="#br0">6363 2848 37 0,'-13'-7'29'0,"13"7"-15"0,6-6-1 0,13-6 12 0,6-1-12 0,13-12-9 0,-13 13-4 0,0-1 1 0,-19 13-2 0,0 0-21 0,-6 6-74 0</inkml:trace>
  <inkml:trace contextRef="#ctx0" brushRef="#br0">6394 2917 55 0,'0'0'0'0,"-19"0"15"0,25 6-15 0,13-6 3 0,12-13 15 0,1-5-1 0,-13 5-7 0,-13 7-9 0,-6 12-77 0</inkml:trace>
  <inkml:trace contextRef="#ctx0" brushRef="#br0">6738 2716 16 0,'0'0'8'0,"-25"-25"33"0,12 0-19 0,7 6-13 0,0 1-5 0,18-1 0 0,14-6 3 0,-1 0-2 0,12 12-5 0,1 7 1 0,-7 12-1 0,-12 13 2 0,-1 6-1 0,-11 6 0 0,-14 13 0 0,-11 13 1 0,-7-1-1 0,0-12 1 0,6-19-1 0,6-6 0 0,7-7-1 0,12-6 4 0,7-6-1 0,18-12 1 0,7-13-3 0,-7 6 0 0,0 6 4 0,-12 7-2 0,-13 6-2 0,1 6-8 0,-14 7-100 0</inkml:trace>
  <inkml:trace contextRef="#ctx0" brushRef="#br0">7013 2529 49 0,'-6'-13'23'0,"0"7"-10"0,6 6-12 0,0 6 5 0,0 19 3 0,0 0-4 0,-6-6-3 0,12 0 1 0,6-13 1 0,7-6-2 0,6 0-1 0,0 6-1 0,-6 13 0 0,0-7 0 0,-7 1 0 0,-12 6 6 0,-12 0 1 0,-1-7 1 0,1-6-2 0,5 1-5 0,1-7-11 0,0 0-101 0</inkml:trace>
  <inkml:trace contextRef="#ctx0" brushRef="#br0">7032 2560 49 0,'0'-13'14'0,"6"-24"11"0,26 5-22 0,18 14-16 0,-32 18-39 0</inkml:trace>
  <inkml:trace contextRef="#ctx0" brushRef="#br0">7264 2460 42 0,'-13'6'43'0,"7"6"-29"0,12 7-4 0,0 0-4 0,13 0-2 0,0-7-1 0,0-5-1 0,-1-1 0 0,-5 0 1 0,-7-18 0 0,-6-7-1 0,0-6 0 0,0 0-1 0,-12 6 0 0,-7 6 0 0,0 7-1 0,0 0 2 0,7 6-3 0,6 6-1 0,6 7 1 0,12-1 1 0,7-12 0 0,18-6 1 0,1-13-1 0,-1-12 1 0,-12 12 0 0,-6 7-1 0,-6 12 0 0,-7 0 1 0,7 18-1 0,-1 1 0 0,13-6 0 0,0-13 1 0,0-13 1 0,-6-12 0 0,-19 6 1 0,-6-6 0 0,-26 6-1 0,-5 19-2 0,6 13-2 0,-1 18-57 0,26-18-8 0</inkml:trace>
  <inkml:trace contextRef="#ctx0" brushRef="#br0">6757 3111 24 0,'-19'6'6'0,"-12"19"8"0,24-13-7 0,26-12 9 0,31-25 5 0,50-25-6 0,44-31-4 0,31 0 1 0,-18 12-5 0,-32 19-2 0,-31 6 1 0,-25 13-3 0,-32 12-1 0,-24 13-7 0,-32 18-38 0,-6 7-32 0</inkml:trace>
  <inkml:trace contextRef="#ctx0" brushRef="#br0">6700 3280 15 0,'0'0'0'0,"-68"37"8"0,49-24 1 0,25-20 17 0,38-24 7 0,56-25-14 0,56-38-6 0,32-6-5 0,0 12-3 0,-32 13-2 0,-37 19-1 0,-44 24 6 0,-37 7-2 0,-32 13-1 0,-19 6-2 0,-18 12-13 0,0 13-105 0</inkml:trace>
  <inkml:trace contextRef="#ctx0" brushRef="#br0">6356 2491 10 0,'-6'0'6'0,"-6"6"2"0,5 0 1 0,-5-6 12 0,6 0-7 0,6 0-8 0,6 0-2 0,6-12-2 0,20-7 0 0,11-6 1 0,7-6 3 0,1 12-4 0,-14 0 2 0,-12 13 0 0,-25 6-2 0,-6 6-1 0,0 7-84 0</inkml:trace>
  <inkml:trace contextRef="#ctx0" brushRef="#br0">7264 2140 14 0,'0'0'11'0,"-13"0"5"0,7 7-12 0,6-7-2 0,-6 0 11 0,6 0 1 0,6 0-12 0,13-13-1 0,18 1-1 0,7-13-2 0,12 0 2 0,7 0 1 0,-1 0 1 0,1 6-1 0,-13 0 0 0,-31 6 3 0,-7 1 10 0,-12 12-8 0,0-6-4 0,6 12-77 0</inkml:trace>
  <inkml:trace contextRef="#ctx0" brushRef="#br0">6600 3724 2 0,'0'-6'14'0,"0"0"16"0,0-1-7 0,7 1-14 0,-1 6-4 0,0 6 1 0,-6 1 0 0,0-1 3 0,0 6 0 0,0 7-4 0,0 0-2 0,6 12 2 0,-6 7 0 0,7 6-3 0,-1 6 1 0,0 0 1 0,0 12 0 0,1 1-2 0,-1 18 1 0,6 13-1 0,-5 13 0 0,5-1 3 0,1-6-1 0,6 0-2 0,-1-18-1 0,-5-14 3 0,-7-5 3 0,7 0-4 0,5-20-2 0,-5-5 1 0,-7-19 1 0,-6-7 1 0,0-5 0 0,6-7-1 0,-6-13-94 0,0 7 26 0</inkml:trace>
  <inkml:trace contextRef="#ctx0" brushRef="#br0">6300 4356 5 0,'-6'-12'23'0,"6"-7"-3"0,0 13-9 0,0-1-2 0,-6 1 10 0,6 12-11 0,0 1-6 0,0 11-1 0,0 8 0 0,0-14 0 0,0 1-1 0,6-7 1 0,0 0-2 0,13 0 1 0,0 7 0 0,-1-1 0 0,-11 1 1 0,-1 6 6 0,-12-7 9 0,-13 1-3 0,-6-7-2 0,12-6-7 0,1 0-3 0,12-13-4 0,6 7-42 0,0 0-35 0</inkml:trace>
  <inkml:trace contextRef="#ctx0" brushRef="#br0">6294 4319 18 0,'0'0'0'0,"-13"-25"21"0,32 12-19 0,19-12 1 0,-7 13-1 0,-6 12-1 0,-6 6-34 0,-13 0 19 0</inkml:trace>
  <inkml:trace contextRef="#ctx0" brushRef="#br0">6431 4269 4 0,'-6'-7'19'0,"-6"7"8"0,5 7-16 0,1 11-6 0,12 7-2 0,1 0 3 0,5 1-3 0,13-8-1 0,0-5-1 0,0-13-2 0,0-13 3 0,-12-5-1 0,-7-1 1 0,-6-6-1 0,-12 0 1 0,-7 0 1 0,-12 12 5 0,12 7-6 0,-6 25-8 0,6 6-50 0,19-19 26 0</inkml:trace>
  <inkml:trace contextRef="#ctx0" brushRef="#br0">6575 3693 7 0,'-6'0'12'0,"6"-13"17"0,0 7 1 0,6-7-16 0,13 13-7 0,0-6-4 0,25 0-1 0,12-7 0 0,13 7 1 0,12 0-2 0,0-7-3 0,7 7 6 0,12-13 0 0,7 7-3 0,5-7-3 0,1 7 2 0,6-1 1 0,-7-6-1 0,1-6-1 0,-7 0 2 0,-6 6 7 0,-31 1 5 0,-19 5-3 0,-25 1-4 0,-12 5-4 0,-13 7-4 0,-13 0-43 0,-6 0-45 0</inkml:trace>
  <inkml:trace contextRef="#ctx0" brushRef="#br0">7188 3261 26 0,'-6'-6'16'0,"0"6"-4"0,6 0 10 0,-6 6-10 0,-1 13-8 0,1-1-2 0,6 7 0 0,0 1-2 0,6-14 2 0,1-6 1 0,11 1-1 0,1-1-2 0,0 6 0 0,6 7 0 0,-12-6 2 0,-1 5 11 0,-18-11 4 0,-13-1-7 0,-6-6-4 0,6 0-5 0,13 0 0 0,6 0-3 0,0-6-22 0,19-1-80 0</inkml:trace>
  <inkml:trace contextRef="#ctx0" brushRef="#br0">7163 3292 38 0,'0'-6'12'0,"7"-7"-6"0,37-5-4 0,12-1 4 0,13 6-2 0,-13 13-2 0,-19 0 1 0,7 13 2 0,-31-1-4 0,6 1 0 0,-1-7 0 0,1 0 1 0,6-12 1 0,0-13-1 0,-12 1-2 0,-7 11 3 0,-6-5 6 0,-13-7-1 0,1 0-1 0,6 7-3 0,6 12-3 0,-7 0 0 0,1 0 1 0,0 0 1 0,6 0 0 0,-6 0-2 0,-7 6 0 0,-6 7 1 0,1-1 0 0,-1 1 0 0,6 12 1 0,13 6-3 0,13 0 0 0,6 0 0 0,12-12 1 0,13-12 0 0,-19-26 2 0,6-75 1 0,-37 38 1 0,-26 24-1 0,-5 38-8 0,-13 38-72 0,44-37 27 0</inkml:trace>
  <inkml:trace contextRef="#ctx0" brushRef="#br0">6863 5132 31 0,'-12'-6'22'0,"5"-6"-7"0,14 5-11 0,5 1 4 0,13 6 0 0,13 0-6 0,24-6-1 0,13 0 1 0,25-13 1 0,7 0 1 0,5-6-5 0,7 6 2 0,6-6 1 0,-6 6-2 0,6 1 0 0,-18-7 2 0,-13 6 4 0,-19 0 1 0,-6 7-6 0,-7 5 0 0,-12 1 0 0,-31 0 0 0,-7 6-6 0,-18 0-95 0</inkml:trace>
  <inkml:trace contextRef="#ctx0" brushRef="#br0">8152 3455 34 0,'-6'-6'5'0,"-1"-26"-5"0,20 14-3 0,-7 11 15 0,-6 1 25 0,0 6-33 0,19 19-4 0,-7 31-1 0,1 13 1 0,0 12 0 0,5 19 1 0,-5 18 4 0,-1 20-2 0,1 18-2 0,-1-19-3 0,1 1 3 0,-1-20 3 0,7-11-2 0,0-14-2 0,-7 1 0 0,1-26 1 0,-7-12-1 0,-6-24 2 0,-6-20 3 0,-19 0-3 0,-6 7-1 0,-7-13 0 0,13 6-24 0,19-6-52 0</inkml:trace>
  <inkml:trace contextRef="#ctx0" brushRef="#br0">10410 8275 25 0,'-12'-7'4'0,"-76"1"6"0,1 12-1 0,37-18 20 0,62-1-18 0,113 1-10 0,51-7 1 0,186-6 12 0,364 6 23 0,-426 25-29 0,-93 1-3 0,-113-1-5 0,-82-6 6 0,-31-6-10 0,-56-1-80 0,57 7 38 0</inkml:trace>
  <inkml:trace contextRef="#ctx0" brushRef="#br0">10473 8337 65 0,'-19'0'26'0,"-93"19"-23"0,99-13-4 0,-68 26 0 0,37-26 2 0,50-6 9 0,69 0-6 0,119-25 5 0,100-7 1 0,44 1 3 0,13 6 9 0,-32 19-5 0,-88 0-9 0,-100-1 5 0,-87 1-1 0,-37-6 2 0,-7 5-11 0,-7-5-6 0,-5 12-155 0,5-6 108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10016 4118 12 0,'-12'-18'28'0,"12"18"-24"0,6 6 0 0,7-6 6 0,5 0-1 0,20 6-5 0,6-6-1 0,18 6-2 0,1-6 1 0,6 0 0 0,12 7-1 0,0-1 0 0,7 0 0 0,-1-6 1 0,1 6-2 0,-7 7-1 0,7-7 2 0,6 0 0 0,12-6-1 0,-6 0 0 0,-6-6-3 0,-13 6 3 0,-18 0 0 0,-7 0 0 0,-24 0 1 0,-14 0-1 0,-11 0 1 0,-7 0 5 0,-7 6 1 0,1-6-3 0,-6-6-2 0,5 0-1 0,-5 6-48 0,12-6 10 0</inkml:trace>
  <inkml:trace contextRef="#ctx0" brushRef="#br0">8928 4131 38 0,'-38'-19'22'0,"32"19"-20"0,6 0 0 0,12-6 5 0,7 0 1 0,13-1-5 0,18 7-2 0,6-6 0 0,13 0-1 0,-13 0 1 0,7 6 3 0,-1-13 0 0,1 13-2 0,-7 0 0 0,-18 0 3 0,-7 0 3 0,-12-6-1 0,-7 6-4 0,1-6-1 0,-1 6 1 0,-6-7-3 0,-6 7-36 0,0 0-24 0</inkml:trace>
  <inkml:trace contextRef="#ctx0" brushRef="#br0">8896 4137 51 0,'0'-12'11'0,"13"12"-9"0,18-7-1 0,7 1-1 0,6 0 2 0,6 0-1 0,6 6 0 0,0 0-1 0,-6-7 1 0,0 1 1 0,-12 6 0 0,-13 0 0 0,0 0 0 0,-13 0 1 0,-5 0 0 0,-7 0 1 0,6 0-1 0,0-6-1 0,13 0-4 0,6-7-20 0,-6 7-24 0</inkml:trace>
  <inkml:trace contextRef="#ctx0" brushRef="#br0">13113 3874 46 0,'-37'-18'21'0,"-7"18"-20"0,25 6 1 0,13-6 3 0,6 0 8 0,37-6-7 0,63 6-2 0,51-7-2 0,24 7-3 0,6-6 3 0,-6 0 0 0,-31-1 2 0,-44 1-2 0,-31 6 0 0,-44-6-1 0,-25 6-1 0,-12 6-2 0,-32 0-81 0</inkml:trace>
  <inkml:trace contextRef="#ctx0" brushRef="#br0">13051 3937 6 0,'-32'0'7'0,"-5"6"9"0,24-6-3 0,7 6-9 0,12-6 1 0,7 7 13 0,18-7-2 0,50-7-11 0,7 7-3 0,18-6-2 0,1 6-2 0,12 0 0 0,-1-6 2 0,8 6 0 0,-26 0-1 0,-25 0 2 0,-25 6 0 0,-19-6 4 0,-12 0 0 0,-19 0 0 0,-6 0 6 0,-1 0-10 0,7 0-6 0,-6 0-75 0</inkml:trace>
  <inkml:trace contextRef="#ctx0" brushRef="#br0">2534 4300 29 0,'-6'-6'25'0,"-19"-26"-13"0,25 1-8 0,6 12 2 0,-6 7 6 0,0 12 5 0,0 0-8 0,-6 25-3 0,6 37-2 0,-7 32 3 0,1 25-2 0,-7-12-1 0,1-20 2 0,-1-24-2 0,7-13-1 0,0-19 1 0,0-18-7 0,-1-13-108 0</inkml:trace>
  <inkml:trace contextRef="#ctx0" brushRef="#br0">2265 4663 13 0,'6'-6'38'0,"0"-1"-21"0,19 20-3 0,7 25-3 0,-1-1-3 0,-6 7 1 0,0-7 1 0,6-5-3 0,-12-1-3 0,-7-18 0 0,1-1-1 0,-7-12 1 0,7-12-1 0,-7-13-4 0,13-7-55 0,-19 26-9 0</inkml:trace>
  <inkml:trace contextRef="#ctx0" brushRef="#br0">2646 4594 32 0,'-6'0'3'0,"0"6"-1"0,-7 26 9 0,-37 18 9 0,7 0-3 0,-8 0-7 0,14 0-4 0,12-12-3 0,12-20 0 0,1-5-1 0,12-13-1 0,12-13-91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13745 1840 4 0,'0'-6'2'0,"0"-7"10"0,-12 7-3 0,-1 6-2 0,1 6 0 0,-1 26 2 0,-6 18-3 0,7 0-3 0,5 12-1 0,14-12 0 0,5-12-1 0,26-7-1 0,-7-25 1 0,13-6 0 0,0-31 1 0,-13-6 0 0,0-20 1 0,-12 1-2 0,-19-7 1 0,-6 13-1 0,-26 13 0 0,1 30-2 0,-6 7 2 0,-1 32-3 0,19 5-32 0,13-12 2 0</inkml:trace>
  <inkml:trace contextRef="#ctx0" brushRef="#br0">13933 2723 35 0,'0'0'0'0,"-25"-19"1"0,12 19 2 0,-6 19 0 0,7 18 2 0,-1 7-1 0,13 12-2 0,7 7-2 0,11-19 0 0,20-26 1 0,-7-11 2 0,7-32-1 0,-7-32 2 0,-12-5-2 0,-25-1 1 0,-19 19-1 0,0 32-1 0,-7 31-14 0,14 6-36 0</inkml:trace>
  <inkml:trace contextRef="#ctx0" brushRef="#br0">13927 3524 49 0,'-13'0'2'0,"-12"25"1"0,6 19 4 0,0 12 2 0,19-6-6 0,13-6-1 0,12-13 0 0,6-18 0 0,7-7 1 0,-7-31-1 0,7-13 0 0,-20-12 0 0,-5-6 0 0,-26-13 0 0,-18 25 0 0,-13 32-1 0,7 18 0 0,-1 13-2 0,26 0-30 0,12-19-16 0</inkml:trace>
  <inkml:trace contextRef="#ctx0" brushRef="#br0">15503 2059 8 0,'0'0'5'0,"-6"-6"-2"0,0-7-2 0,-13 20 3 0,0 30 4 0,0 26-4 0,13 12-3 0,6-6-2 0,19-26-1 0,18-24 2 0,1-19-1 0,-7-25 3 0,-18-19 2 0,-13-12 2 0,-13 12-3 0,1 19-2 0,-7 19-12 0,0 37-24 0</inkml:trace>
  <inkml:trace contextRef="#ctx0" brushRef="#br0">15528 3042 5 0,'0'0'0'0,"-6"-6"13"0,0 6-7 0,-1 0 4 0,-5 25-3 0,-1 12-6 0,13 7-1 0,7-13 0 0,18 1-1 0,0-20 1 0,0-12 11 0,12-31-5 0,-12-13 3 0,-19-19-2 0,-31 1-4 0,-12 24 2 0,-1 26-3 0,7 18-77 0</inkml:trace>
  <inkml:trace contextRef="#ctx0" brushRef="#br0">14696 2566 17 0,'-6'-6'8'0,"0"-13"6"0,-7 13-6 0,0 6 0 0,-12 6 6 0,7 13-5 0,5 12-3 0,-6 50 3 0,13-37-6 0,12 6-1 0,7-6 1 0,6-13-1 0,6 1 1 0,6-13-1 0,7-7 2 0,-1-12-2 0,7-12 3 0,-25-1-1 0,18-25-2 0,-12 7-1 0,-6 0 2 0,-7-7-3 0,1 1 2 0,-13 5-2 0,-6 1 0 0,-7-6 1 0,-6 5-1 0,-6 7-1 0,7 7 1 0,-1 11 1 0,-12 1-3 0,-1 6 2 0,7 6-1 0,0 7 1 0,0 6 1 0,6 6-1 0,-6-7 0 0,13 14-1 0,-1-1 1 0,1 7 0 0,-1-7 0 0,7 6-1 0,6-5 1 0,19-1 0 0,0-6 0 0,6-6 1 0,12-7-1 0,1-5 1 0,-1-7-1 0,1-7 0 0,-7-5 2 0,7-7-2 0,-13-6 1 0,-7 6 0 0,-5-6 0 0,-13-6 0 0,0-7 0 0,-6 1-2 0,-1 5 1 0,-11 1 1 0,-1 6-2 0,-19-12 1 0,13 18-1 0,13 19-2 0,-1 6-24 0,-5 19-34 0,11-25 29 0</inkml:trace>
  <inkml:trace contextRef="#ctx0" brushRef="#br0">14709 2554 10 0,'0'0'0'0,"0"-13"11"0,0 13-1 0,-7 19 6 0,-5 43 0 0,-1 20-10 0,7-7-3 0,6-25 0 0,0-12-1 0,0-20 1 0,6-18 5 0,-6-25-4 0,0-12-3 0,7-1 0 0,5 1 1 0,-12-7-3 0,0-13 2 0,6 7-2 0,-6 19 1 0,7 25 0 0,-7 0 0 0,0 12-2 0,-7 38 3 0,1 24 0 0,0 14-1 0,6-20 1 0,-6-24 0 0,6-13 0 0,0-19 3 0,0-18 0 0,12-26-68 0,-12 32 32 0</inkml:trace>
  <inkml:trace contextRef="#ctx0" brushRef="#br0">14533 2297 29 0,'-6'-6'5'0,"-6"-7"2"0,12 13-6 0,18-12 12 0,14 5 2 0,-7 1-7 0,0 6-5 0,-7 0-1 0,1-6 0 0,-6 6-15 0,-7 0-49 0</inkml:trace>
  <inkml:trace contextRef="#ctx0" brushRef="#br0">14496 2291 22 0,'0'0'5'0,"6"0"-2"0,0 0 9 0,7 0 5 0,6 0-9 0,-1 12-5 0,-5 1-2 0,-7 5 1 0,-6-5 0 0,0 18 1 0,-12-6-1 0,-7 7 0 0,0-7 0 0,-6 25 1 0,25-38-2 0,0-5 2 0,19-7 0 0,6-7-1 0,0 1-2 0,-6 0 2 0,-7 6-1 0,-6 0-1 0,7 6-30 0,-7-6-27 0</inkml:trace>
  <inkml:trace contextRef="#ctx0" brushRef="#br0">14827 2353 17 0,'0'0'4'0,"-6"-6"8"0,6 25 2 0,-19 43-2 0,1-18 0 0,-1-19-2 0,13-19-3 0,12-18-1 0,6-26-4 0,7-18-3 0,-6 6 2 0,-1-6-1 0,1 6 0 0,-1 31 0 0,-6 19 2 0,7 25 0 0,-7 31-1 0,7 7 0 0,-1-13 1 0,7-6 2 0,0-19-3 0,0-13-34 0,-13-12-39 0</inkml:trace>
  <inkml:trace contextRef="#ctx0" brushRef="#br0">14784 2441 19 0,'-7'0'14'0,"26"-6"5"0,-6 6-7 0,12-7-8 0,12-5-1 0,-12 12-59 0</inkml:trace>
  <inkml:trace contextRef="#ctx0" brushRef="#br0">15509 2059 3 0,'0'0'1'0,"-6"0"7"0,0-6-1 0,-19 6 11 0,6 6-4 0,0 19-8 0,13 13-1 0,0 12-1 0,6 0 0 0,0 6-4 0,6-12 1 0,7-13-2 0,5-12 0 0,14-13 0 0,-1-12-1 0,0-19-1 0,-12-13 3 0,0-5 0 0,-19-1 1 0,0-6 1 0,-7 12-1 0,-5 7 2 0,-1 12-2 0,1 0 2 0,-13 19-1 0,0 0 3 0,0 19-2 0,0 0 1 0,6 18-2 0,7 7 0 0,5 6-1 0,7 0-2 0,7-12 0 0,-1-13 0 0,6-6-1 0,13-19-3 0,13-13 1 0,-1-12 0 0,-12-6 3 0,-18-13 3 0,-7-6 2 0,-19 0-1 0,6 25-5 0,1 12-54 0</inkml:trace>
  <inkml:trace contextRef="#ctx0" brushRef="#br0">15553 3054 1 0,'0'0'2'0,"0"0"10"0,0-6-5 0,-6-6-2 0,-7-1 0 0,7 7 0 0,-6 6 3 0,-1 12-1 0,-6 13-1 0,7 13-3 0,-1 12-3 0,13-12 0 0,13-7-1 0,-1-12-1 0,38-1 0 0,-31-24 2 0,6-19 11 0,-12-12-9 0,-13-1-2 0,-7-12-6 0,-11 12 10 0,-1 7-2 0,0 18 0 0,0 7 1 0,1 6 0 0,-1 25 0 0,0 13-2 0,13 18-3 0,6-6 0 0,19-6-2 0,12-19 2 0,0-12 1 0,0-26 6 0,1-31 1 0,-14-6-3 0,-18-12-2 0,-25 18-3 0,-6 19 5 0,12 18-1 0,7 20-24 0,6 6-40 0</inkml:trace>
  <inkml:trace contextRef="#ctx0" brushRef="#br0">13983 3924 0 0,'-6'0'10'0,"6"0"-5"0,0 0-3 0,0 0-1 0,0-6-1 0,0 6 1 0,0 0 4 0,-7-6 0 0,7 6 1 0,0 0 1 0,7 0 16 0,-7 0-18 0,0 0-3 0,6 0-1 0,0 0 0 0,0 0-1 0,19 6 1 0,7-6 0 0,11-6 0 0,1 0 0 0,0-7 0 0,0 1 0 0,0-7-1 0,6-13 2 0,0 1 1 0,-6 0-1 0,-7-7-1 0,1-12 1 0,5 0-1 0,-5-12 0 0,-1-1 0 0,1 7 1 0,-7 12-2 0,-12 0 2 0,-6-6-2 0,12 0-1 0,-7 6 3 0,-5 13-2 0,-7-1 1 0,-6 20-1 0,6-7 0 0,-6 7 1 0,7 5-2 0,-7 1 1 0,0 6 1 0,0 0-1 0,0 6 0 0,0 7 0 0,6 6-1 0,0-1 2 0,0 20-2 0,1-7 2 0,5 1-2 0,-6-1 1 0,13 6-2 0,0 1 2 0,6 0 0 0,6-7-2 0,7 6 1 0,6-5 2 0,-13-1-1 0,6-6-1 0,7-6 0 0,0 6 1 0,0-13 8 0,0-5-10 0,-13-14 1 0,-6 1-1 0,0 0-1 0,6-13 2 0,-6 0 1 0,-6 7-1 0,6-13-1 0,-12 12 0 0,-7 7 2 0,6 6 0 0,-12 0 0 0,-6 0 4 0,6 0-3 0,0 0 0 0,0 0 0 0,0 0 0 0,0 0-1 0,-6 0 1 0,6 0-7 0,-6 6-38 0,6-6 6 0</inkml:trace>
  <inkml:trace contextRef="#ctx0" brushRef="#br0">15466 3649 2 0,'0'0'2'0,"0"0"5"0,0 6 0 0,0 7-4 0,-7 6 3 0,1-1 0 0,-6 1-1 0,-1 0 1 0,1 6-1 0,-7-6 0 0,-6-7-1 0,0 1-1 0,-13-7 2 0,1 6 2 0,12-5-2 0,0-7-2 0,-7-7-1 0,7 7-8 0,-6-6 7 0,0 0 1 0,-7-7-1 0,13 1 0 0,0-7 0 0,0 0-1 0,0 1 2 0,-12-1-2 0,5-6 0 0,13 6 0 0,7-6 1 0,-1 0-1 0,-5 0 0 0,-1-13 1 0,0 20-1 0,7 5 0 0,-1 1 1 0,1-1-1 0,5 7 0 0,1-7 1 0,0 7-2 0,0-7 3 0,-1 7 0 0,7 6-3 0,-6 0 2 0,6 6-2 0,0 7 2 0,0-1-1 0,-6 14-1 0,6-8 1 0,0 7 0 0,0 0 0 0,0 13 1 0,-13-7-2 0,7 1 1 0,-6-1 0 0,-7-6-1 0,0 6 2 0,-6 0-1 0,0 1 0 0,0-1-1 0,0-6 1 0,-6-6 0 0,-13 6 1 0,6-6-2 0,1 6 0 0,-1-7 0 0,-12-5-1 0,0 0 1 0,0-1 1 0,6-12 0 0,7 0 0 0,5 0 0 0,1 0 1 0,0 0-1 0,0-6 0 0,12 6 0 0,6 0 0 0,1 0 0 0,-1 0 0 0,7 6 0 0,0-6 0 0,0 0 0 0,6 6 0 0,-7-6 0 0,7 7 0 0,0-7 0 0,0 0 0 0,-6 0 1 0,6 0-1 0,6 0 0 0,-6-7 0 0,0 7 0 0,0 0 0 0,0 0 0 0,0 0 0 0,7 0 1 0,-7 0-1 0,6 0 0 0,-6-6 0 0,6 0 0 0,-6 0 0 0,0 6 0 0,6-7 0 0,-6 7 0 0,7 0 0 0,-1-6 0 0,0 0 0 0,7-1 0 0,-7-5 0 0,6-1 0 0,1 7 1 0,-1-6-1 0,-5-1 0 0,-1 7 0 0,-6 6 0 0,0-6 0 0,0 6 0 0,0 0 0 0,0 0 0 0,0 0 0 0,6 0 0 0,-6-7 0 0,0 14 0 0,0-7-1 0,-6 6 2 0,0 0-1 0,-7 0 0 0,7 1 0 0,-13 5-1 0,7 1 1 0,-7 12 1 0,0-6-2 0,7-7 3 0,-7 7-3 0,6-7 2 0,7 1 0 0,0-1-1 0,-1-5 0 0,7-7 1 0,0 0-1 0,0 6 0 0,19 0 0 0,6 7 0 0,0 5-1 0,7 1 1 0,-20 0 1 0,1-13-1 0,-7 1 2 0,-6-7-1 0,0 0 0 0,6 0 1 0,-12 0 1 0,6 0-10 0,0 0-29 0,0 6-11 0</inkml:trace>
  <inkml:trace contextRef="#ctx0" brushRef="#br0">15340 1834 9 0,'0'0'5'0,"0"-7"0"0,-6-5 0 0,6 6 6 0,-12-7 1 0,5 7-4 0,-5 0-2 0,-7-1 1 0,-6 7 0 0,-12 0-1 0,5 0-6 0,-5 0-2 0,-1 13 4 0,-6-1 1 0,1 13-1 0,-7 1 2 0,6-1 0 0,12 12-2 0,7-12-1 0,7-6 1 0,-1 0 0 0,0-1 1 0,13-5-2 0,0-7-13 0,12-6-21 0,0-6-19 0</inkml:trace>
  <inkml:trace contextRef="#ctx0" brushRef="#br0">14846 1827 5 0,'0'0'3'0,"0"-6"7"0,0 6-2 0,0 13 6 0,-12 18-3 0,-7 13-4 0,-6-13-1 0,6-6-2 0,0 0-1 0,13 0-1 0,0-12-3 0,0-1 1 0,6 1 1 0,6-13 1 0,-6 6 0 0,12 0 0 0,1 7-2 0,12-1 0 0,-6 1 2 0,-13-7-1 0,6 0 2 0,-12-6-2 0,7 0 1 0,-7 0 3 0,0 0-5 0,0 7 0 0,0-7-1 0,0 0 1 0,0 0 0 0</inkml:trace>
  <inkml:trace contextRef="#ctx0" brushRef="#br0">11937 6184 36 0,'-6'0'3'0,"6"-13"6"0,0 7-7 0,6 6 5 0,7 13 5 0,-7 12-3 0,0 25-3 0,0-6 0 0,1-7 1 0,-7 7 0 0,0-6-1 0,-7-7-3 0,1-6-1 0,6-13 0 0,6-5 0 0,1-7 1 0,5 0 0 0,7 0 1 0,0-7-3 0,6-5 0 0,6-1 0 0,-6 1-10 0,-6 6-18 0,-1-7-17 0,-18 7 4 0</inkml:trace>
  <inkml:trace contextRef="#ctx0" brushRef="#br0">11950 6328 60 0,'-7'0'12'0,"-5"-13"-1"0,37-5-7 0,6-7 4 0,7 12-5 0,-7 1-7 0,-6-1-48 0,-25 13 21 0</inkml:trace>
  <inkml:trace contextRef="#ctx0" brushRef="#br0">11950 6190 51 0,'-7'0'4'0,"-12"-25"7"0,26-12-10 0,24 5-1 0,13 7 0 0,18 7-21 0,-43 18-19 0</inkml:trace>
  <inkml:trace contextRef="#ctx0" brushRef="#br0">12419 6059 27 0,'0'-13'18'0,"6"-5"-1"0,-6 11-5 0,-6 7 3 0,-7 7-10 0,-6 18-3 0,-6 6 2 0,-6 13-4 0,6 6 1 0,13 0 0 0,5-13-1 0,20-12 0 0,6-6 1 0,12-19 0 0,0 0 1 0,0-6-1 0,1-13-6 0,-1 0-39 0,-12 7-10 0</inkml:trace>
  <inkml:trace contextRef="#ctx0" brushRef="#br0">12631 5940 52 0,'0'-13'1'0,"7"26"1"0,5 43 24 0,1 32-8 0,-1-19-11 0,1-25-4 0,-7-13-2 0,-6-25-8 0,6-12-90 0</inkml:trace>
  <inkml:trace contextRef="#ctx0" brushRef="#br0">13138 6021 37 0,'-12'0'3'0,"5"0"5"0,7-6 0 0,25-7 10 0,26-5-9 0,-1 5-7 0,-19 1-1 0,-6 5-4 0,-13-5-43 0,-5 12 12 0</inkml:trace>
  <inkml:trace contextRef="#ctx0" brushRef="#br0">13238 5840 49 0,'-6'0'6'0,"-13"19"-2"0,26 37 12 0,5 6-1 0,1-18-12 0,-1-12-10 0,-6-14-58 0,-6-18 46 0</inkml:trace>
  <inkml:trace contextRef="#ctx0" brushRef="#br0">13564 5715 20 0,'0'0'0'0,"6"-19"11"0,-6 13-4 0,0 6 11 0,-13 6-6 0,-18 31 2 0,-6 26-10 0,5-7-3 0,20-6 0 0,6 0 2 0,24-12-3 0,20-13 2 0,18-19-1 0,-12-6-6 0,6-19-31 0,-31-6-14 0</inkml:trace>
  <inkml:trace contextRef="#ctx0" brushRef="#br0">13351 5715 10 0,'0'0'0'0,"0"6"9"0,0 38 4 0,0 18-4 0,6 1-4 0,0-7 1 0,-6 7 3 0,0-13-5 0,0-6-2 0,-6-26 1 0,12-11-2 0,7-1 0 0,6-6 2 0,6-6-2 0,-13-7-3 0,13-6-29 0,-18 7-9 0</inkml:trace>
  <inkml:trace contextRef="#ctx0" brushRef="#br0">13363 5915 16 0,'0'-6'12'0,"25"-13"-7"0,0 6-4 0,1 1-13 0,-26 6-4 0</inkml:trace>
  <inkml:trace contextRef="#ctx0" brushRef="#br0">13363 5758 34 0,'-6'-6'5'0,"19"-6"-5"0,12-1 0 0,0 1-14 0,-6 12-11 0</inkml:trace>
  <inkml:trace contextRef="#ctx0" brushRef="#br0">13745 5777 37 0,'0'0'27'0,"-12"-25"-12"0,12 13-3 0,6-7-1 0,13 6-5 0,12 13-4 0,-6 13 2 0,-13 18 1 0,-5 13 2 0,-26 0-4 0,-6-7 1 0,-6-5-1 0,18-14 4 0,13-11-4 0,0-7 1 0,25 0-1 0,19-19-14 0,18 0-49 0,-5-6-14 0</inkml:trace>
  <inkml:trace contextRef="#ctx0" brushRef="#br0">14133 5758 68 0,'0'0'0'0,"-25"-6"22"0,12 6-14 0,13-6 18 0,13 0-18 0,18-7-4 0,1 1-2 0,5-7-10 0,-6 0-57 0,-24 13 16 0</inkml:trace>
  <inkml:trace contextRef="#ctx0" brushRef="#br0">14233 5621 52 0,'-12'-7'42'0,"-1"14"-10"0,7 36-19 0,12 1-10 0,0 0-11 0,1 0-53 0,-1-32 9 0</inkml:trace>
  <inkml:trace contextRef="#ctx0" brushRef="#br0">14440 5533 86 0,'0'-6'12'0,"12"0"-11"0,1 24 19 0,-7 32 5 0,-6 13-14 0,-6 0-8 0,6-13-2 0,0-13 0 0,12-12 1 0,7-19 0 0,18 1 0 0,1-26-4 0,-1 0-35 0,-12 0-35 0,-25 19 41 0</inkml:trace>
  <inkml:trace contextRef="#ctx0" brushRef="#br0">14496 5690 65 0,'0'-7'29'0,"19"-5"-21"0,18-7 0 0,13-6-6 0,0 6-50 0,-44 13 8 0</inkml:trace>
  <inkml:trace contextRef="#ctx0" brushRef="#br0">14540 5546 99 0,'-19'-25'45'0,"19"-7"-23"0,25 1-17 0,25 0-6 0,6 12-56 0,-6 13-43 0</inkml:trace>
  <inkml:trace contextRef="#ctx0" brushRef="#br0">14940 5477 112 0,'-6'-7'6'0,"0"-18"-2"0,6 0-4 0,-7 13 16 0,-24 12 2 0,0 37-13 0,-7 20-3 0,13 24 2 0,31-43-3 0,26-1 3 0,18-12-6 0,19-18-63 0,-44-14-10 0</inkml:trace>
  <inkml:trace contextRef="#ctx0" brushRef="#br0">15172 5370 62 0,'0'0'0'0,"-7"-6"31"0,1-7-28 0,12 1 5 0,-6 6 18 0,0-7-14 0,7 7 6 0,5-7-18 0,13 7-1 0,6 6-1 0,-12 13 2 0,-6-1-1 0,-7 7 3 0,-6 6 1 0,-13 13 0 0,1-13-1 0,6-7-3 0,12 7-3 0,6-12-4 0,1 12 4 0,-1-6 6 0,-30 6 11 0,-45 0-4 0,-6-13-31 0,32 1-91 0</inkml:trace>
  <inkml:trace contextRef="#ctx0" brushRef="#br0">15441 5508 130 0,'0'0'1'0,"0"0"-110"0</inkml:trace>
  <inkml:trace contextRef="#ctx0" brushRef="#br0">12325 7060 9 0,'0'0'7'0,"-13"-6"13"0,7-6-11 0,6-1-1 0,6 0-3 0,13 7-3 0,6 6 1 0,6 6 0 0,1 7-2 0,-13 12 0 0,-7-6 0 0,-12 6 3 0,-19-6-2 0,13-7-1 0,6-6-2 0,25 13 1 0,19 6-1 0,-13 7 1 0,-25-14 7 0,-24 7 11 0,-26-6-9 0,6-6-6 0,19-13-29 0,19-13-49 0</inkml:trace>
  <inkml:trace contextRef="#ctx0" brushRef="#br0">12656 7048 84 0,'0'-6'13'0,"-6"12"-13"0,12 38 0 0,1-1 4 0,12-11-2 0,-13-26-2 0,38 13 3 0,12-32-1 0,-19-31 3 0,-37-12 1 0,-31-7 6 0,-19 45-6 0,0 24-7 0,31 13-42 0,26 0-34 0</inkml:trace>
  <inkml:trace contextRef="#ctx0" brushRef="#br0">13213 6941 59 0,'0'0'0'0,"-12"-12"18"0,31-1-14 0,24-12 8 0,26 7-10 0,0-8-13 0,-19 1-66 0</inkml:trace>
  <inkml:trace contextRef="#ctx0" brushRef="#br0">13357 6747 62 0,'-12'0'21'0,"5"38"-6"0,20 12-9 0,6 0-3 0,6-6-8 0,0-13-46 0,-13-18 3 0</inkml:trace>
  <inkml:trace contextRef="#ctx0" brushRef="#br0">13726 6660 46 0,'0'-7'4'0,"-6"-11"4"0,12-1-7 0,13 0 7 0,12 13-4 0,1 18 2 0,-1 26 1 0,-25 6-3 0,-18-13-1 0,-1-6-1 0,13-19-3 0,19 7 0 0,18 6 1 0,-24 6 3 0,-19 0 7 0,-26-7-5 0,-5-11-2 0,18-14-38 0,25-18-42 0</inkml:trace>
  <inkml:trace contextRef="#ctx0" brushRef="#br0">14002 6653 71 0,'0'0'0'0,"0"0"25"0,12 32-19 0,1 18-2 0,24-25-1 0,1-13 4 0,-13-43 4 0,-19-19 2 0,-19 0-5 0,-30 19-6 0,-1 37-13 0,31 13-69 0,13-13 39 0</inkml:trace>
  <inkml:trace contextRef="#ctx0" brushRef="#br0">14540 6585 81 0,'-38'-7'30'0,"13"1"-12"0,31 0-13 0,19-19 8 0,25 6-10 0,19 0 0 0,6 7-17 0,-25-1-49 0,-31 7-3 0</inkml:trace>
  <inkml:trace contextRef="#ctx0" brushRef="#br0">14652 6422 80 0,'-6'-13'4'0,"-19"-5"12"0,37 18-17 0,13 43 21 0,1 32-8 0,-1-6-10 0,-7-12-44 0,-5-32-41 0</inkml:trace>
  <inkml:trace contextRef="#ctx0" brushRef="#br0">14959 6272 76 0,'0'0'0'0,"-6"-19"24"0,-1 0-21 0,20 0 4 0,-13 13 9 0,0 19-15 0,-6 5-1 0,6 7 1 0,6 7-2 0,0-7 1 0,7 6-1 0,-7-6 1 0,6-12 1 0,7-13 2 0,6-13 2 0,6-18-4 0,-6 6 3 0,0 18 2 0,-12 14-3 0,-1 18-2 0,-5 0-1 0,-7 6-7 0,0-6-56 0,0-6-5 0</inkml:trace>
  <inkml:trace contextRef="#ctx0" brushRef="#br0">15309 6284 51 0,'0'-6'9'0,"6"-19"-9"0,1 0 15 0,-1 12 18 0,-6 13-17 0,0 25-12 0,0 13-5 0,6 6 1 0,13-13-2 0,6-12 3 0,6-19-2 0,1-6-1 0,-7-32 1 0,0-6 4 0,-19 0 3 0,-12 1 7 0,-26 5 0 0,1 19-11 0,0 19-3 0,-7 25-22 0,-12 50-97 0</inkml:trace>
  <inkml:trace contextRef="#ctx0" brushRef="#br0">12369 7655 7 0,'-7'0'6'0,"-5"0"17"0,-1 0-11 0,1 6-3 0,6-6 2 0,-7 0-3 0,1 6 1 0,-7 1 0 0,6 5-4 0,1-6 1 0,12-6-2 0,0 0-1 0,0 7-1 0,0-7 5 0,0 0-3 0,12 0-2 0,20-7 0 0,30-18-2 0,38-12 0 0,50-1-1 0,13-5 1 0,-25 5-1 0,-38 19 0 0,-38 7 0 0,-49 12 1 0,-13 0 1 0,0 0-6 0,-6 6-29 0,-7 0-38 0</inkml:trace>
  <inkml:trace contextRef="#ctx0" brushRef="#br0">12250 7743 27 0,'-25'0'8'0,"6"0"-6"0,7 0 17 0,5 0-5 0,7 0-3 0,0 0-2 0,7-7-4 0,-1 7 0 0,31-12 1 0,38-13-2 0,51-13-1 0,24 1-3 0,6 12 1 0,-25 0 2 0,-37 6-1 0,-31 13-1 0,-44 6 2 0,-19 0 6 0,0-7 2 0,-7 7-10 0,7-6-1 0,0 6 0 0,0 0-19 0,0 0-42 0,7 0 9 0</inkml:trace>
  <inkml:trace contextRef="#ctx0" brushRef="#br0">12412 7805 28 0,'0'-6'12'0,"0"-13"-1"0,0 7-1 0,0 5 3 0,0 7-9 0,0 32 9 0,-12 24-1 0,-13 19-5 0,6 0-4 0,-6-18-1 0,6-20 0 0,7-24 1 0,6-13 3 0,-1-7-4 0,-5-18-2 0,6 0 0 0,-1 0 1 0,7 0-1 0,0 6 0 0,0 19-2 0,7 7 0 0,-7 37 4 0,0-1-2 0,6-5 0 0,6-26 1 0,26-24 3 0,12-19-2 0,-13 6-2 0,-18 6-18 0,-19 19-78 0</inkml:trace>
  <inkml:trace contextRef="#ctx0" brushRef="#br0">11993 8300 25 0,'0'0'0'0,"-6"-13"28"0,0 13-14 0,0 13-2 0,-13 37-1 0,13 19-4 0,-1-7-3 0,14-24-3 0,11-19-1 0,14-13 3 0,-1-19 1 0,0-31 0 0,-6 1 0 0,-12-7-2 0,-7 6-1 0,-12 12 1 0,-1 7-1 0,-5 0-1 0,-1 0-1 0,1 13 1 0,-1-1 0 0,1 1-1 0,-1 6-1 0,1 6 0 0,-1 6 3 0,1 19-3 0,6 6 1 0,-1 7 0 0,20 5-1 0,12 8 1 0,25-1-1 0,6 6-1 0,-12-12 0 0,-19 6 6 0,-19-13 4 0,-12-18-1 0,-7-6-3 0,7-13-9 0,6-25-54 0,13 6 24 0</inkml:trace>
  <inkml:trace contextRef="#ctx0" brushRef="#br0">12719 7680 41 0,'0'0'0'0,"-6"-13"18"0,6 7-11 0,0 37 14 0,19 51-2 0,6 6-9 0,-13-13-6 0,1-13-2 0,-13-30 1 0,-7-20 3 0,-18-18 3 0,7-26-7 0,5 7-2 0,7 13 0 0,6 24-7 0,25 13 7 0,6-6-1 0,0-12 2 0,1-33 2 0,-7-11-2 0,-13 18-2 0,1 19-50 0,-7 6-18 0</inkml:trace>
  <inkml:trace contextRef="#ctx0" brushRef="#br0">12813 8300 89 0,'-6'6'5'0,"-1"63"3"0,1-7 10 0,0-24-13 0,12-32-3 0,-6-12 11 0,0-44-9 0,0-19 1 0,0 0-3 0,13 19-3 0,-1 25 1 0,1 19 1 0,18 25-2 0,6 43 5 0,-5-6-7 0,-1-5 1 0,-12-26-1 0,-7 0-38 0,-5-25-53 0</inkml:trace>
  <inkml:trace contextRef="#ctx0" brushRef="#br0">12788 8419 65 0,'0'-7'7'0,"25"-11"11"0,19-7-3 0,18-1-22 0,-18 8-80 0</inkml:trace>
  <inkml:trace contextRef="#ctx0" brushRef="#br0">13801 7185 18 0,'0'0'0'0,"-31"7"7"0,6-7 3 0,6 6 6 0,7-6-3 0,-1 6-2 0,13-6-4 0,0 0-4 0,7 0 1 0,49-25-2 0,69-25-1 0,25-6 0 0,-31 18 0 0,-44 19 1 0,-44 7 4 0,-24 12 2 0,-7-6-4 0,0 6-4 0,6-7-31 0,19 7-45 0</inkml:trace>
  <inkml:trace contextRef="#ctx0" brushRef="#br0">15053 6822 34 0,'0'0'2'0,"-7"-6"0"0,1 0 13 0,0 6 2 0,0 6-6 0,-7 0-3 0,-6 7-2 0,1-7-3 0,11 0-1 0,1 1-2 0,12-7 6 0,1-7-3 0,18-5-2 0,31-7 0 0,63-18 7 0,-32 5-17 0,51 1-5 0,6 0 14 0,-25 6-1 0,-63 12 14 0,-43 1-5 0,-13 5-5 0,-13 1-2 0,1 6-73 0,12 0 39 0</inkml:trace>
  <inkml:trace contextRef="#ctx0" brushRef="#br0">2578 2203 3 0,'-7'-19'12'0,"7"13"-5"0,0 6-5 0,7 25 7 0,5 31-2 0,1 13-4 0,-1-12-1 0,-6-26-1 0,-6-12 0 0,0-13 2 0,0-19 3 0,-12-18-6 0,-7-6 1 0,7-7-1 0,-7 0 0 0,13 0 2 0,-1 7-2 0,7 5 1 0,7 20-2 0,-1-1 1 0,6 19 2 0,7 26 4 0,6 5-5 0,0 1 0 0,-6-13-1 0,-7-13 1 0,-12-5 0 0,7-7 4 0,-7-25-2 0,6-19-2 0,6 0-1 0,7 6 0 0,-6 7-1 0,-1 12 1 0,-5 19 0 0,11 25 5 0,7 19-1 0,-6 6-3 0,0-18 0 0,-7-1-3 0,1-6-17 0,-1 0-16 0,-5-25 3 0</inkml:trace>
  <inkml:trace contextRef="#ctx0" brushRef="#br0">3009 2003 33 0,'0'0'0'0,"-12"-13"6"0,12 13-4 0,6 25 8 0,7 38 8 0,5 6-6 0,-11-13-7 0,-7-18-2 0,6-13-3 0,-6-13-24 0,6-6-36 0</inkml:trace>
  <inkml:trace contextRef="#ctx0" brushRef="#br0">3447 2059 68 0,'-19'0'1'0,"-12"0"4"0,31 6-5 0,19-6 1 0,6 0 6 0,19-12 0 0,0-1-5 0,6 1-19 0,-7-7-47 0</inkml:trace>
  <inkml:trace contextRef="#ctx0" brushRef="#br0">3741 1865 17 0,'0'0'0'0,"-6"0"21"0,6 19-14 0,6 12 1 0,1 0-1 0,-7 1-3 0,6-14-2 0,-6-11-1 0,0-1 1 0,0-12 2 0,-13-26-3 0,1-18 1 0,-1 7-2 0,13 5 1 0,0 7 0 0,0 18 1 0,6 7-1 0,1 6 0 0,12 19 1 0,6 18-1 0,0 1-1 0,-13-19 0 0,1-13 1 0,-13-6 3 0,6-13 2 0,0-37-5 0,13 0-1 0,-7 19-1 0,1 18 3 0,6 7-4 0,-1 31 1 0,-5 6 1 0,-1 13 1 0,1-6-1 0,-7-13 0 0,0-13-9 0,1 1-23 0,5-13-17 0</inkml:trace>
  <inkml:trace contextRef="#ctx0" brushRef="#br0">4167 1627 61 0,'-7'-6'11'0,"-5"0"2"0,12 6-12 0,0 0-1 0,-13 12 1 0,7 13 0 0,6 7 1 0,-6-1-1 0,6-12-2 0,6-13 1 0,0 0-1 0,13 0 1 0,0-6 0 0,6 7 0 0,-6 5 0 0,0 7 1 0,-13-7 4 0,-12 7 9 0,-20-6-2 0,8-7 4 0,-1-6-9 0,13 0-5 0,6 0-16 0,0-13-45 0,6 7 14 0</inkml:trace>
  <inkml:trace contextRef="#ctx0" brushRef="#br0">4129 1583 76 0,'-19'-6'7'0,"13"-6"2"0,37-7-8 0,7-6 1 0,-13 12 6 0,-13 1 6 0,-12 12-4 0,-6-7-6 0,6 7-7 0,-6 7-27 0,0 18-51 0</inkml:trace>
  <inkml:trace contextRef="#ctx0" brushRef="#br0">2559 2798 58 0,'-19'-13'5'0,"19"13"-6"0,44-12 0 0,37-38 2 0,26-1 1 0,-1-5-1 0,-31 25 1 0,-37 12-2 0,-20 13-19 0,7-7-25 0</inkml:trace>
  <inkml:trace contextRef="#ctx0" brushRef="#br0">3910 2297 55 0,'-19'-6'3'0,"-6"-1"4"0,25 1-7 0,50-25 1 0,44-19 1 0,31 0-2 0,-24 6-1 0,-39 19 3 0,-49 19 14 0,-20-1-5 0,1 7-9 0,-13 0-7 0,13 13-32 0,6-7-15 0</inkml:trace>
  <inkml:trace contextRef="#ctx0" brushRef="#br0">1264 5652 12 0,'0'0'13'0,"0"-13"3"0,0-5 5 0,6 5-10 0,0 7-4 0,7-7-5 0,18 7 1 0,0 0 2 0,-6 25 0 0,-6 12 0 0,0 6-3 0,-7-11-1 0,-5-1 0 0,-1-7 1 0,-19 7 1 0,-5 0-1 0,-14-12 0 0,1-13 0 0,6-6 0 0,0-13-1 0,6-6-2 0,1 6 2 0,5 0-1 0,0 7 1 0,1-13 0 0,12 0-1 0,0 0 0 0,12 6 0 0,14-6 0 0,5 0 2 0,25-13 0 0,-18 13-2 0,-1 13 2 0,-6-1-1 0,-6 7 1 0,1-7 1 0,-1-5-2 0,0 11 0 0,-13-5 0 0,-6 12-1 0,1 6-23 0,-1-6-59 0</inkml:trace>
  <inkml:trace contextRef="#ctx0" brushRef="#br0">1620 4951 47 0,'0'-6'5'0,"-12"-13"5"0,6 6 0 0,6 7 2 0,0 31-2 0,-7 13 0 0,7 5-3 0,0-5-2 0,0-13 0 0,0-19-1 0,0 1 2 0,0-14-3 0,0-18-1 0,-6-6-4 0,6 6 3 0,6-6 0 0,1 6 0 0,-7-7 0 0,0 14-1 0,0 11-1 0,0 14 1 0,-7 30 0 0,1 13-1 0,0-6 1 0,6-6 2 0,-6-7-2 0,6-12-1 0,-7-7 3 0,7-18 1 0,0-13-1 0,0-18-1 0,13-7-1 0,-7 6 0 0,0 13 2 0,1 6-2 0,-7 19-1 0,6 7-22 0,0-1-73 0</inkml:trace>
  <inkml:trace contextRef="#ctx0" brushRef="#br0">1908 4945 12 0,'0'0'25'0,"13"-13"-15"0,-7 1-2 0,-6 5 5 0,-6 1 1 0,6 6-12 0,-13 13-1 0,7 5-1 0,-13 7 3 0,0 7-1 0,7 5 2 0,-1 20 2 0,1 5-2 0,-1 88 0 0,20-62-1 0,5-19 1 0,13 0-2 0,13-19 0 0,5-6-2 0,1-26 3 0,-6-5-1 0,-13-1-1 0,0-5 0 0,-13-7 3 0,-5-7-1 0,5 7-2 0,-6-6 1 0,-12 6-23 0,0 6-61 0</inkml:trace>
  <inkml:trace contextRef="#ctx0" brushRef="#br0">2015 5195 62 0,'-7'-13'11'0,"-5"1"-6"0,37-7-1 0,25-6 0 0,0 6 5 0,-6 1-4 0,-13 11-2 0,-6 7-2 0,-19 13 5 0,-6-1-1 0,-6 20-2 0,-7 18-3 0,7 0 2 0,-6 6-2 0,12-12-1 0,-13-6 3 0,7-7 0 0,-7 0-2 0,7-18 2 0,6-1-2 0,6-12 2 0,1 0-1 0,11 0 0 0,7-6 0 0,13-7 0 0,6 1 2 0,0-1-2 0,-26 1-1 0,-11 6-4 0,-14 6-48 0,1 0-3 0</inkml:trace>
  <inkml:trace contextRef="#ctx0" brushRef="#br0">2090 5314 58 0,'0'0'0'0,"0"-19"17"0,31-6-13 0,13-6 4 0,-7 6-1 0,-6 6-4 0,1 6-2 0,-20 7 0 0,1 0-34 0,-7 6-15 0</inkml:trace>
  <inkml:trace contextRef="#ctx0" brushRef="#br0">2371 4895 23 0,'0'0'0'0,"0"-32"9"0,6 13-3 0,1 13 3 0,-7 12 6 0,6 32-5 0,0 0-5 0,0-20-3 0,1-5 1 0,-7-13-1 0,6-6-37 0,-6 6 6 0</inkml:trace>
  <inkml:trace contextRef="#ctx0" brushRef="#br0">2490 4675 13 0,'-6'-6'10'0,"-1"0"1"0,7 6-3 0,7 0 2 0,-1 0-5 0,7 0-1 0,5 0-1 0,14 12-4 0,5 26 1 0,1 12 1 0,5 13-1 0,14 74 0 0,-32 7-1 0,-13-12 1 0,-37-26 3 0,-12-37 8 0,-1-31-4 0,26-26-5 0,5-12-7 0,1-19-66 0</inkml:trace>
  <inkml:trace contextRef="#ctx0" brushRef="#br0">2384 4813 11 0,'-7'-6'12'0,"7"0"-2"0,0 6 1 0,7 25 4 0,-1 19-4 0,6 12-8 0,1-19 1 0,-1-12-1 0,-5-12 0 0,-7-13 2 0,-7-6-2 0,-5-26-1 0,-1 1-1 0,7-6 0 0,6 5-1 0,-6 7 0 0,6 13 1 0,0 12-1 0,0 12 1 0,12 20 0 0,-5 24-1 0,5 0-1 0,-6-12 3 0,-6-19-3 0,0-19 3 0,0-12 4 0,-6-32-3 0,0-18-2 0,-7-6 0 0,1 18 0 0,-1 19-1 0,13 12 1 0,-6 7-2 0,19 18-19 0,-7 7-64 0</inkml:trace>
  <inkml:trace contextRef="#ctx0" brushRef="#br0">163 5877 4 0,'0'0'10'0,"0"-18"2"0,0 5-4 0,0 0-1 0,-13 7-3 0,1 6-3 0,-7 13 2 0,6-1-3 0,1 13 0 0,6 13 0 0,-1-7 1 0,20-6-2 0,6 0 3 0,6-6-2 0,0 0 3 0,12-7 0 0,1 1 2 0,6 6-3 0,6 12 1 0,-19 13-2 0,-12 0-1 0,-19-1 1 0,-13 1-1 0,-24-19 2 0,-7-12 0 0,0-13 3 0,19-19 0 0,6-6-2 0,19-13 0 0,6 1-9 0,13-1-40 0,-6 32 14 0</inkml:trace>
  <inkml:trace contextRef="#ctx0" brushRef="#br0">163 5533 12 0,'0'0'4'0,"0"-6"6"0,-7-7 1 0,1 1 0 0,6 12-2 0,6 19-3 0,7 18-2 0,-1-6 0 0,1-6 1 0,-7-12 0 0,-6-7 0 0,0-6-2 0,-6 0-2 0,6 0-1 0,0-6-23 0,0 6-36 0</inkml:trace>
  <inkml:trace contextRef="#ctx0" brushRef="#br0">194 6197 0 0,'0'0'0'0,"0"-7"7"0,6-5 6 0,0-7-5 0,1-6-4 0,5 6-3 0,1 7 0 0,-1-7-2 0,1 13-29 0</inkml:trace>
  <inkml:trace contextRef="#ctx0" brushRef="#br0">488 5927 1 0,'0'0'3'0,"-6"0"10"0,-1 0-6 0,7 0-2 0,-6 0 0 0,6 0-2 0,-6 0-2 0,18 0 3 0,-5 0-2 0,12-6-1 0,-7 0 1 0,1 0-1 0,-7-7 1 0,0 7 0 0,-6 0-2 0,6 6 1 0,-6 0-1 0,7 0 0 0,-7 0-1 0,6 0-22 0,-6 0-2 0</inkml:trace>
  <inkml:trace contextRef="#ctx0" brushRef="#br0">432 5940 5 0,'0'0'0'0,"0"0"16"0,0-6 3 0,0-1-11 0,12 1 1 0,13-13 1 0,13 7-1 0,6-7-4 0,-7 0-1 0,1 0-2 0,-13 7-1 0,-7-1 0 0,-5 7 1 0,-7 0 0 0,-6 0-5 0,0-1-4 0,-12 7 3 0,-13-6 4 0,0 0 0 0,-7 0 1 0,20-7-1 0,-1 7 1 0,13 0 0 0,0-1 2 0,0 14-1 0,25-1 2 0,0 6-2 0,19 13 2 0,-13-6-2 0,-12 6 1 0,-25 7-1 0,-19 5-9 0,6-6-40 0,19-18 4 0</inkml:trace>
  <inkml:trace contextRef="#ctx0" brushRef="#br0">2359 4819 2 0,'-7'0'8'0,"-5"-6"11"0,-1 0-5 0,7 0-4 0,6 6-3 0,0 0-4 0,6 12 3 0,1 7 1 0,-1 12-1 0,0 1-1 0,7 11-1 0,-7-11 0 0,-6-7 0 0,0-13 0 0,6 1 0 0,-6-20 6 0,-6-11-7 0,0-1-2 0,-1-12-1 0,1-1 1 0,6 1 0 0,0 6-1 0,0 6 0 0,0 7 1 0,0-7-1 0,0 6 0 0,0 13 0 0,0 7-2 0,6 24 3 0,-6 7-1 0,13 12 0 0,-7-7 1 0,7-5-1 0,-7-7 1 0,-6-12 0 0,0-13 0 0,0-12 7 0,0-13-5 0,0 0-1 0,-6-18-2 0,-7-1 0 0,7 1 1 0,6 18-1 0,0 7 0 0,0 5 1 0,0 7-3 0,0 7 0 0,0 30 2 0,0-6 0 0,0-6 0 0,6-12 0 0,-6-7 0 0,0-6 1 0,-6-6 0 0,6 0-1 0,-6-1 0 0,6 7 0 0,0 0 0 0,0 0-1 0,0 0 2 0,0-6-1 0,6 6 0 0,-6 0 0 0,0 0 0 0,0 0 0 0,0-6 0 0,6 6-5 0,-6 0-60 0,0 6 16 0</inkml:trace>
  <inkml:trace contextRef="#ctx0" brushRef="#br0">2127 6153 4 0,'0'0'5'0,"6"-13"10"0,1 1-5 0,-1 5-1 0,-6 7 2 0,-6 0-5 0,-7 13-4 0,-18 6-1 0,-7 6 1 0,13-6-2 0,13-7 0 0,6-12 0 0,6 6 0 0,0 1 1 0,0-1-1 0,-7 13 1 0,7-7 0 0,7 7 1 0,-1 6-1 0,13 6 3 0,-1 7 0 0,-5 18 3 0,6 7-5 0,-1 12-1 0,1 0-1 0,-19-63 0 0,25 76 1 0,0 6 1 0,-6 0 1 0,6 0 0 0,0-13-2 0,-12 0 0 0,-1-12 1 0,1-6-2 0,-1-7 0 0,-6 1 0 0,7-7 0 0,6-19 1 0,-1-19 0 0,1-12 1 0,25-25-1 0,12-6-2 0,7 12 1 0,-7 1 2 0,-18 5-2 0,-32 13 1 0,-6-6-18 0,-25-7-66 0</inkml:trace>
  <inkml:trace contextRef="#ctx0" brushRef="#br0">2359 6222 15 0,'-7'-25'11'0,"7"6"5"0,-12 12-5 0,6 7-5 0,6 19 2 0,-7 25 2 0,14 0-2 0,5 0-6 0,1-19-1 0,12-13 0 0,-7-12 1 0,7-12 1 0,-12-13 0 0,-13-7-1 0,0-5 1 0,-13-1-1 0,-5 7 1 0,-1 18-3 0,6 26-11 0,-5 12-37 0,18-12 14 0</inkml:trace>
  <inkml:trace contextRef="#ctx0" brushRef="#br0">2509 6203 43 0,'0'-6'27'0,"-19"-7"-19"0,25 0 0 0,1 7-9 0,11 6-51 0,-11 6 26 0</inkml:trace>
  <inkml:trace contextRef="#ctx0" brushRef="#br0">2565 6009 35 0,'-6'-7'19'0,"0"1"-7"0,6 0 0 0,18 6-1 0,26-13-7 0,0 7 0 0,-13 0 1 0,-25 0 4 0,1 6-1 0,-14 12-4 0,7 26-3 0,0 12-1 0,7 6 1 0,-1 0-3 0,6 1-55 0,-12-38 3 0</inkml:trace>
  <inkml:trace contextRef="#ctx0" brushRef="#br0">2309 6841 8 0,'-7'0'10'0,"7"0"0"0,0 0-6 0,0 0-2 0,0-6-1 0,0 6 4 0,0-6 2 0,0 6-2 0,0 0-2 0,-6 0 5 0,0 0 1 0,6 6-1 0,-6-6-1 0,6 0-2 0,12 0 0 0,7 0 0 0,18-13 1 0,-5-5-2 0,-7 5-2 0,-13 7-1 0,-12 6-8 0,0 0-39 0,0 0-7 0</inkml:trace>
  <inkml:trace contextRef="#ctx0" brushRef="#br0">2565 6635 49 0,'-6'-7'3'0,"6"1"-2"0,0 25 9 0,-6 18 0 0,12-5-1 0,0-7-4 0,13-13-4 0,6-5 1 0,0-20 0 0,-13-18 2 0,-12-7-3 0,-6 7 3 0,-6 0-3 0,-13 12 2 0,6 19-4 0,0 12-16 0,0 26-30 0,13-26 10 0</inkml:trace>
  <inkml:trace contextRef="#ctx0" brushRef="#br0">2740 6597 61 0,'-6'-12'16'0,"6"5"6"0,0 7-21 0,0 7-43 0,6-1-1 0</inkml:trace>
  <inkml:trace contextRef="#ctx0" brushRef="#br0">2859 6466 50 0,'0'-7'7'0,"-6"7"21"0,6 32-8 0,6 12-15 0,7-13-3 0,-1-6-13 0,1 0-79 0</inkml:trace>
  <inkml:trace contextRef="#ctx0" brushRef="#br0">2659 7104 61 0,'0'0'0'0,"-25"0"15"0,19 19 1 0,6 6-7 0,6 0-1 0,19-6-2 0,0-7-3 0,-6-5 0 0,-1-20 1 0,-5-18 0 0,-13-7-2 0,-13 1 0 0,-5 18 0 0,-1 6 0 0,0 13-2 0,0 19-10 0,7 19-33 0,6-1-25 0</inkml:trace>
  <inkml:trace contextRef="#ctx0" brushRef="#br0">2903 7029 71 0,'0'0'0'0,"-13"-19"47"0,13 13-33 0,-6 6-13 0,6 6-53 0,0-6-8 0</inkml:trace>
  <inkml:trace contextRef="#ctx0" brushRef="#br0">2947 6935 61 0,'0'-19'10'0,"12"-6"17"0,1 19-7 0,6 6-15 0,-7 19-3 0,1 0 3 0,-7 6-1 0,-6 0 0 0,0 0 0 0,-13 6-1 0,7-18 1 0,6-1-1 0,0-12 0 0,19-19 2 0,18 0-6 0,20-6-58 0,-32 7-24 0</inkml:trace>
  <inkml:trace contextRef="#ctx0" brushRef="#br0">2865 5821 53 0,'-12'-13'20'0,"12"1"-19"0,19-1 2 0,24-5 0 0,-11 5 3 0,-1 13 0 0,-18 0-1 0,-7 13-1 0,0 24 0 0,7-6-3 0,5 20 1 0,1 17 5 0,-6 20-5 0,18 12-1 0,-6 19-1 0,12-6 0 0,-5-1-1 0,-7 7 2 0,0 0-1 0,0-12 0 0,6-7-1 0,-6-13 1 0,0 7 0 0,-6-12 0 0,-7-26 1 0,-5-18 0 0,-7-20 2 0,-7-18 2 0,-5 0-2 0,-7 0-3 0,7 0-1 0,-7 13-97 0</inkml:trace>
  <inkml:trace contextRef="#ctx0" brushRef="#br0">2359 4738 32 0,'0'0'0'0,"0"-12"27"0,0 5-23 0,0 7 3 0,0 0 8 0,6 0-6 0,-6 19-2 0,12 12 0 0,-5 7 0 0,-1 6 2 0,0 6-3 0,-6-6-2 0,6-19 1 0,-6-7-1 0,0 1 0 0,0-13-1 0,7 1 1 0,-7-14 3 0,6-11-5 0,0-7-2 0,-6-7 1 0,0-5 2 0,-12-7-2 0,-1 13-1 0,7-1 1 0,0 14-1 0,-7-1 0 0,7 6 1 0,0 7-1 0,6 0-1 0,0 12-1 0,0 0 1 0,0 13 1 0,0 25 1 0,6 12 0 0,-6 7 0 0,6-7-1 0,-6-6 1 0,0-18-2 0,0-20 3 0,0-12 3 0,6-6 0 0,-6-19-2 0,0-7-1 0,-6-11-2 0,0-7 1 0,0 0-1 0,-7 12 1 0,1 7-2 0,5 6 2 0,1 12-2 0,6 13 3 0,0 6-6 0,6 26 2 0,7 5 2 0,-1 7 0 0,-5 6-1 0,-1-12 1 0,0-20 1 0,0-5-2 0,-6-13 3 0,0-6 0 0,0-19 0 0,-12-19-2 0,6 0 0 0,-1 6 0 0,1 13 1 0,12 13-1 0,-6 6 0 0,0-1-1 0,0 7 0 0,7 7 0 0,-7-7 1 0,0 0 1 0,0 0-1 0,0 6-1 0,0-6 2 0,0 0-1 0,0 0 0 0,0 0-6 0,0 6-32 0,0 7-77 0</inkml:trace>
  <inkml:trace contextRef="#ctx0" brushRef="#br0">2171 7912 23 0,'-6'-13'14'0,"6"1"8"0,0-1-7 0,0 13 0 0,12 44 16 0,-6 12-12 0,1 1-11 0,11-20-6 0,-11-18-1 0,-1 0-4 0,0-1-25 0,-6-11-31 0,-6-7 10 0</inkml:trace>
  <inkml:trace contextRef="#ctx0" brushRef="#br0">2171 7943 32 0,'-6'-38'7'0,"6"-12"3"0,12 6-2 0,1 26 8 0,-7 5 4 0,6 19-4 0,1 1-3 0,-1 5-6 0,-5 7-3 0,-7 6 0 0,-7 0-1 0,-11-6-1 0,5-13-1 0,7 0-1 0,12 1 0 0,13 18 3 0,19 0 6 0,-1 12-4 0,7-12-3 0,-19 0-2 0,-19-12-9 0,-6-7-68 0,0-12 11 0</inkml:trace>
  <inkml:trace contextRef="#ctx0" brushRef="#br0">2427 7949 61 0,'-12'0'7'0,"12"6"-5"0,0-6 1 0,19-6 1 0,6-6-2 0,0-1 0 0,-13 1-1 0,-12-1 2 0,0 1-2 0,-6 5 0 0,-7 1 2 0,7 6 2 0,-6 0 0 0,-1 6-2 0,1 19 3 0,12 7-2 0,0-7-1 0,12 0-1 0,13-7-2 0,0-11 3 0,0-7-2 0,0-19 0 0,13-19-15 0,-7 1-46 0,-12 18 14 0</inkml:trace>
  <inkml:trace contextRef="#ctx0" brushRef="#br0">2603 7667 14 0,'-7'-18'13'0,"1"-1"6"0,6 13 0 0,0 6-9 0,6 25 14 0,7 25 3 0,-1 12-11 0,1-12-10 0,-1-12-4 0,1-7-1 0,-7-12-14 0,-6-13-41 0,0 1-4 0</inkml:trace>
  <inkml:trace contextRef="#ctx0" brushRef="#br0">2715 7774 48 0,'0'-6'14'0,"0"-7"2"0,6 7-9 0,-6 12 4 0,7 7 1 0,-1 12-2 0,0 0-4 0,7-7-4 0,6-5-1 0,-1-7 0 0,-5-12 0 0,-1-19-3 0,-5 0 2 0,-7 0 0 0,0-6 0 0,6 18 1 0,0-6-2 0,-6 13 1 0,6 6 1 0,-6 0-1 0,0 25 2 0,7 0 0 0,5-6-2 0,7-7 0 0,0-5 1 0,6-7 0 0,0-13 1 0,-7 1-1 0,-5-1 1 0,-13 7-1 0,0 0 2 0,0 6-7 0</inkml:trace>
  <inkml:trace contextRef="#ctx0" brushRef="#br0">2265 7455 11 0,'-25'6'2'0,"-32"13"-5"0,20-7 3 0,-1 7 0 0,1 6 1 0,-1 0-2 0,7 0 2 0,6 6-1 0,-6 1 10 0,6 5-6 0,6-5-2 0,0 5-3 0,13 1 0 0,0 12-2 0,-1-25-15 0</inkml:trace>
  <inkml:trace contextRef="#ctx0" brushRef="#br0">1977 6979 51 0,'0'-19'18'0,"0"7"-17"0,0 5 8 0,-25 20-1 0,-13 12 0 0,-12 6 4 0,0 7-4 0,0-7-6 0,6 7-1 0,13-13 1 0,6-7-1 0,6-11 0 0,13-1 0 0,0-6-3 0,6-6-33 0,6-7-16 0,-6 13 26 0</inkml:trace>
  <inkml:trace contextRef="#ctx0" brushRef="#br0">1708 6998 40 0,'6'-19'16'0,"0"0"6"0,1 13-5 0,-7 18-1 0,-7 13-5 0,-11 13-4 0,5-13-4 0,1 6-1 0,-1-6 0 0,7-6-2 0,-7-6 1 0,7-1 0 0,0-6-1 0,12 1 1 0,19-1 2 0,13 0 0 0,6-6 1 0,-1 6 2 0,-18-12-2 0,-18 12-3 0,-7-6-6 0,-7 0-71 0,7 0 13 0</inkml:trace>
  <inkml:trace contextRef="#ctx0" brushRef="#br0">513 6954 56 0,'0'-6'9'0,"0"-1"-4"0,-6-11 8 0,0 18-8 0,-7 0 1 0,-12 18 0 0,-13 14-7 0,7-7 1 0,6 0-2 0,13-6 3 0,12-1 2 0,6-5 3 0,6 12 1 0,-5-6-3 0,11 12-1 0,1 6-1 0,6 7-6 0,6 13 4 0,1 11 4 0,-1-5 1 0,-6 6-1 0,0 0-1 0,0 0 0 0,-12-13-1 0,12 19 2 0,-13-19-4 0,7 7-1 0,6-13-3 0,-6-6 3 0,6-13 2 0,-6-6-3 0,-1-6-2 0,14 0 0 0,11-7 1 0,-5-24-44 0,-13-7-22 0</inkml:trace>
  <inkml:trace contextRef="#ctx0" brushRef="#br0">982 6741 11 0,'0'0'0'0,"-6"-6"24"0,0 0-3 0,6-1-11 0,0-5 4 0,6-1-3 0,13-6-4 0,12 7-3 0,7 6-2 0,-7 6 0 0,-19 6 2 0,1 6 3 0,-7 14-5 0,7-1-1 0,5 18 1 0,1-5 0 0,6 18 0 0,-6 7 0 0,6 6 0 0,-6 6 1 0,6 0 0 0,19 19-2 0,-13-25-2 0,0 0 2 0,-6-1-1 0,6-11 0 0,-6-13-1 0,1 6 1 0,-8-13-1 0,-5 1 1 0,-7-13-1 0,-25 0 2 0,-12 0 0 0,-13-6-1 0,13-7 3 0,18-12 1 0,7-6-10 0,6-13-56 0,6 7-8 0</inkml:trace>
  <inkml:trace contextRef="#ctx0" brushRef="#br0">738 6879 38 0,'0'0'15'0,"-6"-13"-11"0,-7 7 10 0,7-7-3 0,6 1 3 0,0 12 6 0,6 6-8 0,7 19-6 0,6 7-1 0,-7 5-5 0,1-6 1 0,-7-12 0 0,0-13 3 0,-6 1-1 0,0-1 3 0,0-12-4 0,-6-7 3 0,-6-18-8 0,-1 6 4 0,1 0 1 0,5 6 1 0,1 13-2 0,6 0-1 0,6 24 3 0,1 14-1 0,11 5-1 0,-11-6-2 0,5-12 3 0,1-6 1 0,-13-7 4 0,0-12-6 0,-7-26 2 0,-5-5-6 0,-1-7 4 0,1 7 0 0,6 11-1 0,-1 8 1 0,1-1-13 0,0 19-131 0</inkml:trace>
  <inkml:trace contextRef="#ctx0" brushRef="#br0">907 7286 61 0,'-6'-7'19'0,"6"1"-17"0,-6 6 10 0,-19 19 4 0,12-7-3 0,-6 7-5 0,7 12-4 0,12 7 0 0,44 18-2 0,-1-31 2 0,-5-25 0 0,-13-18-1 0,0-14 1 0,0-18-3 0,-19 13 1 0,-18 5 0 0,-26 7-1 0,7 19-3 0,0 19-11 0,-1 24-68 0,26-24 28 0</inkml:trace>
  <inkml:trace contextRef="#ctx0" brushRef="#br0">1026 7743 23 0,'0'0'6'0,"-6"-13"10"0,6 7 2 0,0 0 7 0,0 6 10 0,12 18-4 0,1 14-27 0,12 5 0 0,-13-12 0 0,-5-12-1 0,-7-13 6 0,-7-19-4 0,-18-25-7 0,7 0 4 0,5 19-1 0,7 19-1 0,6 6-3 0,12 25 3 0,13 13 2 0,-6-7 0 0,0-6 0 0,-7-6-3 0,-12-13 4 0,-6-19 2 0,-19-18-7 0,-6-25 1 0,18 18 1 0,7 19 0 0,6 13-3 0,6 6 1 0,19 13-137 0,-25-13 100 0</inkml:trace>
  <inkml:trace contextRef="#ctx0" brushRef="#br0">2559 8187 13 0,'-6'0'13'0,"6"0"4"0,-13 0 0 0,1 0-5 0,-1 0 0 0,7 6-1 0,-7 1 0 0,7-1-1 0,0-6-2 0,6 0-2 0,0 0-2 0,-7 0-2 0,7 0 0 0,7 0 0 0,12-6 1 0,6-7-2 0,12-6 0 0,19-12 1 0,7-7-1 0,18 1 1 0,-6-1-1 0,-12 13-1 0,-19 0 0 0,-13 6 1 0,-18 13 0 0,-1 0-1 0,-6 0 1 0,-6-1 1 0,7 7-2 0,-7 0 1 0,6-6-1 0,-12 19-89 0,6-7 47 0</inkml:trace>
  <inkml:trace contextRef="#ctx0" brushRef="#br0">2496 8256 14 0,'0'0'17'0,"-6"-6"4"0,6 6-9 0,-6 0-2 0,6-7-2 0,6 7-5 0,7-6 1 0,12-13 1 0,18 1-2 0,7-14 0 0,0 7 0 0,0 0-1 0,1-6 0 0,-1 6-1 0,-13 0 1 0,7 6 0 0,-13 6 0 0,-12 1-1 0,-7 6 3 0,1-1-3 0,0-5-1 0,-1 6 2 0,1-7-1 0,-7 19 0 0,0-12 1 0,-6 6 0 0,6-6-1 0,-6 6 1 0,0 0 0 0,0 0 1 0,0 0 1 0,7-6-2 0,-7 6-1 0,0-7 1 0,0 7-2 0,0 0 1 0,0 0-1 0,0 0 0 0,0 0-1 0,6 0-14 0,-6 7-23 0,0-7-31 0</inkml:trace>
  <inkml:trace contextRef="#ctx0" brushRef="#br0">3441 7586 34 0,'-6'-6'14'0,"-1"0"-5"0,7-7 0 0,7-6-5 0,-1-6 1 0,0-6 0 0,-6 12-1 0,-12-6 2 0,-1 6 0 0,1 7-2 0,-1 12-2 0,1 6 0 0,-7 0 1 0,6 7-2 0,-5 12 1 0,11 0-1 0,1 6-1 0,6-6 1 0,6-12 0 0,7-7 1 0,6-6 1 0,-1-19-2 0,1 0 0 0,-13-6 0 0,7 7-1 0,-13 5 1 0,0 13-2 0,6 6 0 0,13 32 1 0,6 18 3 0,-6 19-2 0,-13-6 3 0,-12-31 13 0,-19-19-2 0,6-13-6 0,-6-19-6 0,12 1-3 0,7 6-42 0,25-1-61 0</inkml:trace>
  <inkml:trace contextRef="#ctx0" brushRef="#br0">3529 7436 46 0,'0'-13'3'0,"-7"-18"9"0,14 25 4 0,11 6-5 0,1 37 2 0,6 7-9 0,-12-6-1 0,-7-20 3 0,-12-11 14 0,-7-39-10 0,1-24-8 0,18 0-1 0,6 31-2 0,13 12-4 0,7 13-35 0,-14 13-45 0</inkml:trace>
  <inkml:trace contextRef="#ctx0" brushRef="#br0">3798 7354 7 0,'-7'-18'16'0,"1"11"-4"0,0 1-5 0,0 6-3 0,6 0-2 0,-7 6 2 0,-5 13 0 0,-1 6-1 0,7 0-2 0,0 0 0 0,6-18 1 0,12-7 0 0,7-25 0 0,-6 12-1 0,-7 13-2 0,19 13-2 0,12-1-39 0,-24-12 21 0</inkml:trace>
  <inkml:trace contextRef="#ctx0" brushRef="#br0">3960 7348 4 0,'19'-31'22'0,"-13"6"-6"0,-6 19 2 0,-12 12-12 0,-13 31-5 0,6 7 0 0,19-19-1 0,12-6 1 0,7-25 1 0,13-19-1 0,-20-13-1 0,1-12 1 0,-13-19-7 0,0 0 1 0,-13 13 5 0,7 25 1 0,0 25 0 0,6 43 4 0,0 32 0 0,6 0-3 0,19-7-1 0,0-30-1 0,6-32 5 0,-6-32 0 0,-6-11-5 0,-7 24 1 0,-5 19-4 0,5 25 4 0,-6 0 0 0,13-13-10 0,-13-5-55 0</inkml:trace>
  <inkml:trace contextRef="#ctx0" brushRef="#br0">4148 7073 65 0,'-6'-6'3'0,"6"12"-4"0,6 13-55 0</inkml:trace>
  <inkml:trace contextRef="#ctx0" brushRef="#br0">4267 7217 52 0,'0'0'0'0,"-6"-13"21"0,12-6-4 0,6-6-14 0,1 7-1 0,-13 5-1 0,0 1 1 0,-6 12-2 0,-1 0 0 0,-5 18 0 0,6 1 0 0,-1 6 0 0,1 0 0 0,6 0 0 0,6-12 1 0,1-13 0 0,5 0 1 0,7-13-2 0,6-5 1 0,-13 11 0 0,-5 1-3 0,-1 19 3 0,0-1 3 0,0-6 0 0,1-18 3 0,5-13-3 0,1-7-3 0,-1 32-3 0,7 13 1 0,12-1 2 0,13-5-34 0,0-51-17 0,-13-25 44 0,-31-19 25 0,-12 20 17 0,5 43-8 0,7 37-21 0,7 19-6 0,24 76-16 0,-31-76-68 0</inkml:trace>
  <inkml:trace contextRef="#ctx0" brushRef="#br0">4536 7029 62 0,'0'-6'2'0,"25"-26"14"0,37-18 2 0,-18 32-17 0,-38 11 1 0,-6 7-5 0,-12 19-79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9" name="Google Shape;3619;p1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0" name="Google Shape;3620;p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5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5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6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6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6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7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7"/>
          <p:cNvSpPr txBox="1">
            <a:spLocks noGrp="1"/>
          </p:cNvSpPr>
          <p:nvPr>
            <p:ph type="subTitle" idx="1"/>
          </p:nvPr>
        </p:nvSpPr>
        <p:spPr>
          <a:xfrm>
            <a:off x="644626" y="2461462"/>
            <a:ext cx="3962400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7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7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8"/>
          <p:cNvSpPr txBox="1">
            <a:spLocks noGrp="1"/>
          </p:cNvSpPr>
          <p:nvPr>
            <p:ph type="body" idx="1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8"/>
          <p:cNvSpPr txBox="1">
            <a:spLocks noGrp="1"/>
          </p:cNvSpPr>
          <p:nvPr>
            <p:ph type="body" idx="2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8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8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9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9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jp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6" y="80250"/>
            <a:ext cx="5759866" cy="315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5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54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4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54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13" Type="http://schemas.openxmlformats.org/officeDocument/2006/relationships/slide" Target="slide3.xml" /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12" Type="http://schemas.openxmlformats.org/officeDocument/2006/relationships/image" Target="../media/image12.png" /><Relationship Id="rId2" Type="http://schemas.openxmlformats.org/officeDocument/2006/relationships/notesSlide" Target="../notesSlides/notesSlide3.xml" /><Relationship Id="rId16" Type="http://schemas.openxmlformats.org/officeDocument/2006/relationships/slide" Target="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png" /><Relationship Id="rId11" Type="http://schemas.openxmlformats.org/officeDocument/2006/relationships/image" Target="../media/image11.png" /><Relationship Id="rId5" Type="http://schemas.openxmlformats.org/officeDocument/2006/relationships/image" Target="../media/image5.png" /><Relationship Id="rId15" Type="http://schemas.openxmlformats.org/officeDocument/2006/relationships/slide" Target="slide17.xml" /><Relationship Id="rId10" Type="http://schemas.openxmlformats.org/officeDocument/2006/relationships/image" Target="../media/image10.png" /><Relationship Id="rId4" Type="http://schemas.openxmlformats.org/officeDocument/2006/relationships/image" Target="../media/image4.png" /><Relationship Id="rId9" Type="http://schemas.openxmlformats.org/officeDocument/2006/relationships/image" Target="../media/image9.png" /><Relationship Id="rId14" Type="http://schemas.openxmlformats.org/officeDocument/2006/relationships/slide" Target="slide8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slide" Target="slide1.xml" /><Relationship Id="rId4" Type="http://schemas.openxmlformats.org/officeDocument/2006/relationships/image" Target="../media/image14.jp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.png" /><Relationship Id="rId5" Type="http://schemas.openxmlformats.org/officeDocument/2006/relationships/customXml" Target="../ink/ink1.xml" /><Relationship Id="rId4" Type="http://schemas.openxmlformats.org/officeDocument/2006/relationships/slide" Target="slide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8.png" /><Relationship Id="rId5" Type="http://schemas.openxmlformats.org/officeDocument/2006/relationships/customXml" Target="../ink/ink2.xml" /><Relationship Id="rId4" Type="http://schemas.openxmlformats.org/officeDocument/2006/relationships/slide" Target="slide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slide" Target="slide1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13" Type="http://schemas.openxmlformats.org/officeDocument/2006/relationships/slide" Target="slide3.xml" /><Relationship Id="rId3" Type="http://schemas.openxmlformats.org/officeDocument/2006/relationships/image" Target="../media/image20.png" /><Relationship Id="rId7" Type="http://schemas.openxmlformats.org/officeDocument/2006/relationships/image" Target="../media/image7.png" /><Relationship Id="rId12" Type="http://schemas.openxmlformats.org/officeDocument/2006/relationships/image" Target="../media/image12.png" /><Relationship Id="rId2" Type="http://schemas.openxmlformats.org/officeDocument/2006/relationships/notesSlide" Target="../notesSlides/notesSlide8.xml" /><Relationship Id="rId16" Type="http://schemas.openxmlformats.org/officeDocument/2006/relationships/slide" Target="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png" /><Relationship Id="rId11" Type="http://schemas.openxmlformats.org/officeDocument/2006/relationships/image" Target="../media/image11.png" /><Relationship Id="rId5" Type="http://schemas.openxmlformats.org/officeDocument/2006/relationships/image" Target="../media/image5.png" /><Relationship Id="rId15" Type="http://schemas.openxmlformats.org/officeDocument/2006/relationships/slide" Target="slide17.xml" /><Relationship Id="rId10" Type="http://schemas.openxmlformats.org/officeDocument/2006/relationships/image" Target="../media/image10.png" /><Relationship Id="rId4" Type="http://schemas.openxmlformats.org/officeDocument/2006/relationships/image" Target="../media/image21.png" /><Relationship Id="rId9" Type="http://schemas.openxmlformats.org/officeDocument/2006/relationships/image" Target="../media/image9.png" /><Relationship Id="rId14" Type="http://schemas.openxmlformats.org/officeDocument/2006/relationships/slide" Target="slide8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 /><Relationship Id="rId7" Type="http://schemas.openxmlformats.org/officeDocument/2006/relationships/image" Target="../media/image2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Relationship Id="rId6" Type="http://schemas.openxmlformats.org/officeDocument/2006/relationships/customXml" Target="../ink/ink3.xml" /><Relationship Id="rId5" Type="http://schemas.openxmlformats.org/officeDocument/2006/relationships/slide" Target="slide1.xml" /><Relationship Id="rId4" Type="http://schemas.openxmlformats.org/officeDocument/2006/relationships/hyperlink" Target="https://mozanunal.com/2019/11/img2sh/" TargetMode="Externa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 /><Relationship Id="rId7" Type="http://schemas.openxmlformats.org/officeDocument/2006/relationships/image" Target="../media/image2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customXml" Target="../ink/ink4.xml" /><Relationship Id="rId5" Type="http://schemas.openxmlformats.org/officeDocument/2006/relationships/slide" Target="slide1.xml" /><Relationship Id="rId4" Type="http://schemas.openxmlformats.org/officeDocument/2006/relationships/hyperlink" Target="https://www.mathworks.com/help/matlab/creating_plots/image-types.html" TargetMode="Externa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7.png" /><Relationship Id="rId5" Type="http://schemas.openxmlformats.org/officeDocument/2006/relationships/customXml" Target="../ink/ink5.xml" /><Relationship Id="rId4" Type="http://schemas.openxmlformats.org/officeDocument/2006/relationships/slide" Target="slide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4" Type="http://schemas.openxmlformats.org/officeDocument/2006/relationships/slide" Target="slide1.xml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 /><Relationship Id="rId3" Type="http://schemas.openxmlformats.org/officeDocument/2006/relationships/image" Target="../media/image29.jpg" /><Relationship Id="rId7" Type="http://schemas.openxmlformats.org/officeDocument/2006/relationships/slide" Target="slide1.xml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32.png" /><Relationship Id="rId5" Type="http://schemas.openxmlformats.org/officeDocument/2006/relationships/image" Target="../media/image31.png" /><Relationship Id="rId4" Type="http://schemas.openxmlformats.org/officeDocument/2006/relationships/image" Target="../media/image30.jpg" /><Relationship Id="rId9" Type="http://schemas.openxmlformats.org/officeDocument/2006/relationships/image" Target="../media/image33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Relationship Id="rId4" Type="http://schemas.openxmlformats.org/officeDocument/2006/relationships/slide" Target="slide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Relationship Id="rId4" Type="http://schemas.openxmlformats.org/officeDocument/2006/relationships/slide" Target="slide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7.png" /><Relationship Id="rId5" Type="http://schemas.openxmlformats.org/officeDocument/2006/relationships/customXml" Target="../ink/ink7.xml" /><Relationship Id="rId4" Type="http://schemas.openxmlformats.org/officeDocument/2006/relationships/slide" Target="slide1.xml" 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13" Type="http://schemas.openxmlformats.org/officeDocument/2006/relationships/slide" Target="slide3.xml" /><Relationship Id="rId3" Type="http://schemas.openxmlformats.org/officeDocument/2006/relationships/image" Target="../media/image20.png" /><Relationship Id="rId7" Type="http://schemas.openxmlformats.org/officeDocument/2006/relationships/image" Target="../media/image7.png" /><Relationship Id="rId12" Type="http://schemas.openxmlformats.org/officeDocument/2006/relationships/image" Target="../media/image12.png" /><Relationship Id="rId2" Type="http://schemas.openxmlformats.org/officeDocument/2006/relationships/notesSlide" Target="../notesSlides/notesSlide17.xml" /><Relationship Id="rId16" Type="http://schemas.openxmlformats.org/officeDocument/2006/relationships/slide" Target="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png" /><Relationship Id="rId11" Type="http://schemas.openxmlformats.org/officeDocument/2006/relationships/image" Target="../media/image11.png" /><Relationship Id="rId5" Type="http://schemas.openxmlformats.org/officeDocument/2006/relationships/image" Target="../media/image38.png" /><Relationship Id="rId15" Type="http://schemas.openxmlformats.org/officeDocument/2006/relationships/slide" Target="slide17.xml" /><Relationship Id="rId10" Type="http://schemas.openxmlformats.org/officeDocument/2006/relationships/image" Target="../media/image10.png" /><Relationship Id="rId4" Type="http://schemas.openxmlformats.org/officeDocument/2006/relationships/image" Target="../media/image4.png" /><Relationship Id="rId9" Type="http://schemas.openxmlformats.org/officeDocument/2006/relationships/image" Target="../media/image9.png" /><Relationship Id="rId14" Type="http://schemas.openxmlformats.org/officeDocument/2006/relationships/slide" Target="slide8.xml" 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 /><Relationship Id="rId3" Type="http://schemas.openxmlformats.org/officeDocument/2006/relationships/image" Target="../media/image39.png" /><Relationship Id="rId7" Type="http://schemas.openxmlformats.org/officeDocument/2006/relationships/image" Target="../media/image43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2.png" /><Relationship Id="rId11" Type="http://schemas.openxmlformats.org/officeDocument/2006/relationships/slide" Target="slide1.xml" /><Relationship Id="rId5" Type="http://schemas.openxmlformats.org/officeDocument/2006/relationships/image" Target="../media/image41.png" /><Relationship Id="rId10" Type="http://schemas.openxmlformats.org/officeDocument/2006/relationships/image" Target="../media/image46.png" /><Relationship Id="rId4" Type="http://schemas.openxmlformats.org/officeDocument/2006/relationships/image" Target="../media/image40.png" /><Relationship Id="rId9" Type="http://schemas.openxmlformats.org/officeDocument/2006/relationships/image" Target="../media/image45.png" 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 /><Relationship Id="rId3" Type="http://schemas.openxmlformats.org/officeDocument/2006/relationships/image" Target="../media/image47.png" /><Relationship Id="rId7" Type="http://schemas.openxmlformats.org/officeDocument/2006/relationships/image" Target="../media/image51.png" /><Relationship Id="rId12" Type="http://schemas.openxmlformats.org/officeDocument/2006/relationships/slide" Target="slide1.xml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0.png" /><Relationship Id="rId11" Type="http://schemas.openxmlformats.org/officeDocument/2006/relationships/image" Target="../media/image55.png" /><Relationship Id="rId5" Type="http://schemas.openxmlformats.org/officeDocument/2006/relationships/image" Target="../media/image49.png" /><Relationship Id="rId10" Type="http://schemas.openxmlformats.org/officeDocument/2006/relationships/image" Target="../media/image54.png" /><Relationship Id="rId4" Type="http://schemas.openxmlformats.org/officeDocument/2006/relationships/image" Target="../media/image48.png" /><Relationship Id="rId9" Type="http://schemas.openxmlformats.org/officeDocument/2006/relationships/image" Target="../media/image53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3.xml" /><Relationship Id="rId5" Type="http://schemas.openxmlformats.org/officeDocument/2006/relationships/slide" Target="slide1.xml" /><Relationship Id="rId4" Type="http://schemas.openxmlformats.org/officeDocument/2006/relationships/image" Target="../media/image57.jpg" 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1.xml" /><Relationship Id="rId3" Type="http://schemas.openxmlformats.org/officeDocument/2006/relationships/image" Target="../media/image58.png" /><Relationship Id="rId7" Type="http://schemas.openxmlformats.org/officeDocument/2006/relationships/image" Target="../media/image57.jp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61.png" /><Relationship Id="rId5" Type="http://schemas.openxmlformats.org/officeDocument/2006/relationships/image" Target="../media/image60.png" /><Relationship Id="rId4" Type="http://schemas.openxmlformats.org/officeDocument/2006/relationships/image" Target="../media/image59.pn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Relationship Id="rId5" Type="http://schemas.openxmlformats.org/officeDocument/2006/relationships/slide" Target="slide1.xml" /><Relationship Id="rId4" Type="http://schemas.openxmlformats.org/officeDocument/2006/relationships/image" Target="../media/image63.jp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 /><Relationship Id="rId7" Type="http://schemas.openxmlformats.org/officeDocument/2006/relationships/slide" Target="slide1.xml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7.png" /><Relationship Id="rId5" Type="http://schemas.openxmlformats.org/officeDocument/2006/relationships/image" Target="../media/image66.png" /><Relationship Id="rId4" Type="http://schemas.openxmlformats.org/officeDocument/2006/relationships/image" Target="../media/image65.jpg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9.png" /><Relationship Id="rId5" Type="http://schemas.openxmlformats.org/officeDocument/2006/relationships/customXml" Target="../ink/ink8.xml" /><Relationship Id="rId4" Type="http://schemas.openxmlformats.org/officeDocument/2006/relationships/slide" Target="slide1.xml" 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 /><Relationship Id="rId3" Type="http://schemas.openxmlformats.org/officeDocument/2006/relationships/image" Target="../media/image70.jpg" /><Relationship Id="rId7" Type="http://schemas.openxmlformats.org/officeDocument/2006/relationships/image" Target="../media/image74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3.png" /><Relationship Id="rId11" Type="http://schemas.openxmlformats.org/officeDocument/2006/relationships/slide" Target="slide1.xml" /><Relationship Id="rId5" Type="http://schemas.openxmlformats.org/officeDocument/2006/relationships/image" Target="../media/image72.png" /><Relationship Id="rId10" Type="http://schemas.openxmlformats.org/officeDocument/2006/relationships/image" Target="../media/image77.png" /><Relationship Id="rId4" Type="http://schemas.openxmlformats.org/officeDocument/2006/relationships/image" Target="../media/image71.png" /><Relationship Id="rId9" Type="http://schemas.openxmlformats.org/officeDocument/2006/relationships/image" Target="../media/image7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0" y="7"/>
            <a:ext cx="5759866" cy="3239902"/>
            <a:chOff x="0" y="7"/>
            <a:chExt cx="5759866" cy="3239902"/>
          </a:xfrm>
        </p:grpSpPr>
        <p:pic>
          <p:nvPicPr>
            <p:cNvPr id="45" name="Google Shape;45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1"/>
            <p:cNvSpPr/>
            <p:nvPr/>
          </p:nvSpPr>
          <p:spPr>
            <a:xfrm>
              <a:off x="1982523" y="1376079"/>
              <a:ext cx="3325495" cy="515620"/>
            </a:xfrm>
            <a:custGeom>
              <a:avLst/>
              <a:gdLst/>
              <a:ahLst/>
              <a:cxnLst/>
              <a:rect l="l" t="t" r="r" b="b"/>
              <a:pathLst>
                <a:path w="3325495" h="515619" extrusionOk="0">
                  <a:moveTo>
                    <a:pt x="0" y="515429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515429"/>
                  </a:lnTo>
                  <a:lnTo>
                    <a:pt x="0" y="51542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1"/>
          <p:cNvSpPr txBox="1"/>
          <p:nvPr/>
        </p:nvSpPr>
        <p:spPr>
          <a:xfrm>
            <a:off x="1982523" y="1376079"/>
            <a:ext cx="3325495" cy="515620"/>
          </a:xfrm>
          <a:prstGeom prst="rect">
            <a:avLst/>
          </a:prstGeom>
          <a:solidFill>
            <a:srgbClr val="FFFFFF">
              <a:alpha val="79607"/>
            </a:srgbClr>
          </a:solidFill>
          <a:ln w="126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5400" rIns="0" bIns="0" anchor="t" anchorCtr="0">
            <a:spAutoFit/>
          </a:bodyPr>
          <a:lstStyle/>
          <a:p>
            <a:pPr marL="882014" marR="691515" lvl="0" indent="-183514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cap="small">
                <a:latin typeface="Cambria"/>
                <a:ea typeface="Cambria"/>
                <a:cs typeface="Cambria"/>
                <a:sym typeface="Cambria"/>
              </a:rPr>
              <a:t>Deep Neural Network Module # 6: CNN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4339181" y="2263515"/>
            <a:ext cx="128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</a:rPr>
              <a:t>DNN Team</a:t>
            </a:r>
            <a:endParaRPr sz="950">
              <a:solidFill>
                <a:srgbClr val="1B1472"/>
              </a:solidFill>
            </a:endParaRPr>
          </a:p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BITS Pilani WILP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1400073" y="967954"/>
            <a:ext cx="2960370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8284" marR="202565" lvl="0" indent="0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The instructor is gratefully acknowledging the authors who made their course materials freely available online.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This deck is prepared by Seetha Parameswaran.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5" name="Google Shape;55;p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3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6" name="Google Shape;76;p3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8" name="Google Shape;78;p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/>
        </p:nvSpPr>
        <p:spPr>
          <a:xfrm>
            <a:off x="95300" y="109545"/>
            <a:ext cx="233680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lassification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4"/>
          <p:cNvGrpSpPr/>
          <p:nvPr/>
        </p:nvGrpSpPr>
        <p:grpSpPr>
          <a:xfrm>
            <a:off x="0" y="714768"/>
            <a:ext cx="5760261" cy="2519243"/>
            <a:chOff x="0" y="714768"/>
            <a:chExt cx="5760261" cy="2519243"/>
          </a:xfrm>
        </p:grpSpPr>
        <p:pic>
          <p:nvPicPr>
            <p:cNvPr id="89" name="Google Shape;89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9994" y="1053858"/>
              <a:ext cx="1840230" cy="1630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54070" y="714768"/>
              <a:ext cx="2045970" cy="19697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19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95300" y="109545"/>
            <a:ext cx="1771014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etection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929" y="520458"/>
            <a:ext cx="3124200" cy="22783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 txBox="1"/>
          <p:nvPr/>
        </p:nvSpPr>
        <p:spPr>
          <a:xfrm>
            <a:off x="1759549" y="2824100"/>
            <a:ext cx="25548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Fei-Fei Li &amp; Justin Johnson &amp; Serena Yeung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4" name="Google Shape;104;p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823414-4C7E-7713-A3A8-848DFF664383}"/>
                  </a:ext>
                </a:extLst>
              </p14:cNvPr>
              <p14:cNvContentPartPr/>
              <p14:nvPr/>
            </p14:nvContentPartPr>
            <p14:xfrm>
              <a:off x="146520" y="401040"/>
              <a:ext cx="1103760" cy="1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823414-4C7E-7713-A3A8-848DFF6643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160" y="391680"/>
                <a:ext cx="1122480" cy="3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95300" y="109545"/>
            <a:ext cx="226631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bject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ecognition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9816" y="806856"/>
            <a:ext cx="2900362" cy="1585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/>
        </p:nvSpPr>
        <p:spPr>
          <a:xfrm>
            <a:off x="1803577" y="2418025"/>
            <a:ext cx="215328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Derin-Renme-Nedir-Akademik-Biliim-2016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7" name="Google Shape;117;p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5810ED-6EBD-8779-F9C5-BD7E20BA5D99}"/>
                  </a:ext>
                </a:extLst>
              </p14:cNvPr>
              <p14:cNvContentPartPr/>
              <p14:nvPr/>
            </p14:nvContentPartPr>
            <p14:xfrm>
              <a:off x="180360" y="335520"/>
              <a:ext cx="1599120" cy="65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5810ED-6EBD-8779-F9C5-BD7E20BA5D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000" y="326160"/>
                <a:ext cx="1617840" cy="8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95300" y="109545"/>
            <a:ext cx="19881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aptioning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7"/>
          <p:cNvGrpSpPr/>
          <p:nvPr/>
        </p:nvGrpSpPr>
        <p:grpSpPr>
          <a:xfrm>
            <a:off x="0" y="541820"/>
            <a:ext cx="5760261" cy="2692191"/>
            <a:chOff x="0" y="541820"/>
            <a:chExt cx="5760261" cy="2692191"/>
          </a:xfrm>
        </p:grpSpPr>
        <p:pic>
          <p:nvPicPr>
            <p:cNvPr id="128" name="Google Shape;128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26934" y="541820"/>
              <a:ext cx="3306127" cy="24022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39" name="Google Shape;13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8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0" name="Google Shape;150;p8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52" name="Google Shape;152;p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igital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rayscale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mage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2124650" y="594050"/>
            <a:ext cx="15732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Pixel intensities 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3" name="Google Shape;16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319" y="809205"/>
            <a:ext cx="4465319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/>
          <p:nvPr/>
        </p:nvSpPr>
        <p:spPr>
          <a:xfrm>
            <a:off x="1638426" y="2707759"/>
            <a:ext cx="248348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https://mozanunal.com/2019/11/img2sh/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66" name="Google Shape;166;p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FD4AC9-3B12-04FC-610E-0030BD594105}"/>
                  </a:ext>
                </a:extLst>
              </p14:cNvPr>
              <p14:cNvContentPartPr/>
              <p14:nvPr/>
            </p14:nvContentPartPr>
            <p14:xfrm>
              <a:off x="1135080" y="432360"/>
              <a:ext cx="4628880" cy="2474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FD4AC9-3B12-04FC-610E-0030BD5941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5720" y="423000"/>
                <a:ext cx="4647600" cy="249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95300" y="109545"/>
            <a:ext cx="234251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igital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olor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" name="Google Shape;176;p10"/>
          <p:cNvGrpSpPr/>
          <p:nvPr/>
        </p:nvGrpSpPr>
        <p:grpSpPr>
          <a:xfrm>
            <a:off x="0" y="581812"/>
            <a:ext cx="5760261" cy="2652199"/>
            <a:chOff x="0" y="581812"/>
            <a:chExt cx="5760261" cy="2652199"/>
          </a:xfrm>
        </p:grpSpPr>
        <p:pic>
          <p:nvPicPr>
            <p:cNvPr id="177" name="Google Shape;177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52219" y="581812"/>
              <a:ext cx="2255520" cy="21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" name="Google Shape;181;p10"/>
          <p:cNvSpPr txBox="1"/>
          <p:nvPr/>
        </p:nvSpPr>
        <p:spPr>
          <a:xfrm>
            <a:off x="1472730" y="2797543"/>
            <a:ext cx="281495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https://www.mathworks.com/help/matlab/creating_plots/image-types.html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DB925EF-A324-51B6-A8B1-92B9B545A517}"/>
                  </a:ext>
                </a:extLst>
              </p14:cNvPr>
              <p14:cNvContentPartPr/>
              <p14:nvPr/>
            </p14:nvContentPartPr>
            <p14:xfrm>
              <a:off x="3603600" y="790920"/>
              <a:ext cx="1757160" cy="2080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DB925EF-A324-51B6-A8B1-92B9B545A5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94240" y="781560"/>
                <a:ext cx="1775880" cy="209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 txBox="1"/>
          <p:nvPr/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lassification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hallenges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11"/>
          <p:cNvGrpSpPr/>
          <p:nvPr/>
        </p:nvGrpSpPr>
        <p:grpSpPr>
          <a:xfrm>
            <a:off x="0" y="522909"/>
            <a:ext cx="5760261" cy="2711102"/>
            <a:chOff x="0" y="522909"/>
            <a:chExt cx="5760261" cy="2711102"/>
          </a:xfrm>
        </p:grpSpPr>
        <p:pic>
          <p:nvPicPr>
            <p:cNvPr id="190" name="Google Shape;190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0323" y="522909"/>
              <a:ext cx="4439411" cy="2272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" name="Google Shape;194;p11"/>
          <p:cNvSpPr txBox="1"/>
          <p:nvPr/>
        </p:nvSpPr>
        <p:spPr>
          <a:xfrm>
            <a:off x="1759559" y="2825802"/>
            <a:ext cx="2240915" cy="16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Fei-Fei Li &amp; Justin Johnson &amp; Serena Yeung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6618E7-CDA4-B759-C6A7-69A200E5C6CB}"/>
                  </a:ext>
                </a:extLst>
              </p14:cNvPr>
              <p14:cNvContentPartPr/>
              <p14:nvPr/>
            </p14:nvContentPartPr>
            <p14:xfrm>
              <a:off x="2804040" y="1070280"/>
              <a:ext cx="131040" cy="388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6618E7-CDA4-B759-C6A7-69A200E5C6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94680" y="1060920"/>
                <a:ext cx="149760" cy="40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/>
          <p:nvPr/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lassification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hallenges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12"/>
          <p:cNvGrpSpPr/>
          <p:nvPr/>
        </p:nvGrpSpPr>
        <p:grpSpPr>
          <a:xfrm>
            <a:off x="0" y="522909"/>
            <a:ext cx="5760261" cy="2711102"/>
            <a:chOff x="0" y="522909"/>
            <a:chExt cx="5760261" cy="2711102"/>
          </a:xfrm>
        </p:grpSpPr>
        <p:pic>
          <p:nvPicPr>
            <p:cNvPr id="203" name="Google Shape;203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2327" y="522909"/>
              <a:ext cx="4375404" cy="2272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1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" name="Google Shape;207;p12"/>
          <p:cNvSpPr txBox="1"/>
          <p:nvPr/>
        </p:nvSpPr>
        <p:spPr>
          <a:xfrm>
            <a:off x="1759549" y="2825800"/>
            <a:ext cx="23925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Fei-Fei Li &amp; Justin Johnson &amp; Serena Yeung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mage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 - C</a:t>
            </a:r>
            <a:r>
              <a:rPr lang="en-US" cap="small">
                <a:solidFill>
                  <a:srgbClr val="FFFFFF"/>
                </a:solidFill>
              </a:rPr>
              <a:t>hallenges</a:t>
            </a:r>
            <a:endParaRPr/>
          </a:p>
        </p:txBody>
      </p:sp>
      <p:pic>
        <p:nvPicPr>
          <p:cNvPr id="215" name="Google Shape;21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005" y="674255"/>
            <a:ext cx="1273175" cy="18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3"/>
          <p:cNvSpPr txBox="1"/>
          <p:nvPr/>
        </p:nvSpPr>
        <p:spPr>
          <a:xfrm>
            <a:off x="1047235" y="465586"/>
            <a:ext cx="4344901" cy="17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Pixelated Images                                </a:t>
            </a:r>
            <a:r>
              <a:rPr lang="en-US" sz="1050" dirty="0"/>
              <a:t>High Dimensional Images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13"/>
          <p:cNvGrpSpPr/>
          <p:nvPr/>
        </p:nvGrpSpPr>
        <p:grpSpPr>
          <a:xfrm>
            <a:off x="513702" y="677430"/>
            <a:ext cx="4140111" cy="2209724"/>
            <a:chOff x="513702" y="677430"/>
            <a:chExt cx="4140111" cy="2209724"/>
          </a:xfrm>
        </p:grpSpPr>
        <p:pic>
          <p:nvPicPr>
            <p:cNvPr id="218" name="Google Shape;218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99688" y="677430"/>
              <a:ext cx="1254125" cy="1838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59643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1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8178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" name="Google Shape;221;p13"/>
          <p:cNvSpPr txBox="1">
            <a:spLocks noGrp="1"/>
          </p:cNvSpPr>
          <p:nvPr>
            <p:ph type="subTitle" idx="1"/>
          </p:nvPr>
        </p:nvSpPr>
        <p:spPr>
          <a:xfrm>
            <a:off x="644626" y="2461462"/>
            <a:ext cx="3962400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A 50x50 Image requires 2500 input dimensions.</a:t>
            </a:r>
            <a:endParaRPr dirty="0"/>
          </a:p>
          <a:p>
            <a:pPr marL="1270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A HD image 1920x1080 is about 2 million inputs. (2 Mega Pixels)</a:t>
            </a:r>
            <a:endParaRPr dirty="0"/>
          </a:p>
        </p:txBody>
      </p:sp>
      <p:grpSp>
        <p:nvGrpSpPr>
          <p:cNvPr id="222" name="Google Shape;222;p1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23" name="Google Shape;223;p1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1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EA8FDB-B14B-AE18-8575-1AF2553D4227}"/>
                  </a:ext>
                </a:extLst>
              </p14:cNvPr>
              <p14:cNvContentPartPr/>
              <p14:nvPr/>
            </p14:nvContentPartPr>
            <p14:xfrm>
              <a:off x="2232000" y="567720"/>
              <a:ext cx="2158200" cy="2456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EA8FDB-B14B-AE18-8575-1AF2553D42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22640" y="558360"/>
                <a:ext cx="2176920" cy="247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"/>
          <p:cNvSpPr txBox="1"/>
          <p:nvPr/>
        </p:nvSpPr>
        <p:spPr>
          <a:xfrm>
            <a:off x="95300" y="109545"/>
            <a:ext cx="3472179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nvariance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hallenges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1585772" y="597387"/>
            <a:ext cx="258889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Object can appear anywhere in the image.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14"/>
          <p:cNvGrpSpPr/>
          <p:nvPr/>
        </p:nvGrpSpPr>
        <p:grpSpPr>
          <a:xfrm>
            <a:off x="0" y="789749"/>
            <a:ext cx="5760261" cy="2444262"/>
            <a:chOff x="0" y="789749"/>
            <a:chExt cx="5760261" cy="2444262"/>
          </a:xfrm>
        </p:grpSpPr>
        <p:pic>
          <p:nvPicPr>
            <p:cNvPr id="235" name="Google Shape;235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5649" y="789749"/>
              <a:ext cx="4048759" cy="2103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1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1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mage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quivariance</a:t>
            </a:r>
            <a:r>
              <a:rPr lang="en-US">
                <a:solidFill>
                  <a:srgbClr val="FFFFFF"/>
                </a:solidFill>
              </a:rPr>
              <a:t> - C</a:t>
            </a:r>
            <a:r>
              <a:rPr lang="en-US" cap="small">
                <a:solidFill>
                  <a:srgbClr val="FFFFFF"/>
                </a:solidFill>
              </a:rPr>
              <a:t>hallenges</a:t>
            </a:r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605142" y="603483"/>
            <a:ext cx="454977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Changes to the input predictably (equivalently) should not affect the output.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7" name="Google Shape;247;p15"/>
          <p:cNvGrpSpPr/>
          <p:nvPr/>
        </p:nvGrpSpPr>
        <p:grpSpPr>
          <a:xfrm>
            <a:off x="0" y="795845"/>
            <a:ext cx="5760261" cy="2438166"/>
            <a:chOff x="0" y="795845"/>
            <a:chExt cx="5760261" cy="2438166"/>
          </a:xfrm>
        </p:grpSpPr>
        <p:pic>
          <p:nvPicPr>
            <p:cNvPr id="248" name="Google Shape;248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1822" y="795845"/>
              <a:ext cx="4536440" cy="2087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1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1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/>
        </p:nvSpPr>
        <p:spPr>
          <a:xfrm>
            <a:off x="95300" y="109545"/>
            <a:ext cx="357124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lassification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S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olution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" name="Google Shape;259;p16"/>
          <p:cNvGrpSpPr/>
          <p:nvPr/>
        </p:nvGrpSpPr>
        <p:grpSpPr>
          <a:xfrm>
            <a:off x="0" y="894613"/>
            <a:ext cx="5760261" cy="2339398"/>
            <a:chOff x="0" y="894613"/>
            <a:chExt cx="5760261" cy="2339398"/>
          </a:xfrm>
        </p:grpSpPr>
        <p:pic>
          <p:nvPicPr>
            <p:cNvPr id="260" name="Google Shape;260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7357" y="894613"/>
              <a:ext cx="4865370" cy="15201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1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F02DDBC-8D74-5544-C903-5D9B349F5DD9}"/>
                  </a:ext>
                </a:extLst>
              </p14:cNvPr>
              <p14:cNvContentPartPr/>
              <p14:nvPr/>
            </p14:nvContentPartPr>
            <p14:xfrm>
              <a:off x="815400" y="1374480"/>
              <a:ext cx="4284000" cy="392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F02DDBC-8D74-5544-C903-5D9B349F5D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6040" y="1365120"/>
                <a:ext cx="4302720" cy="41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271" name="Google Shape;27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1" name="Google Shape;281;p17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2" name="Google Shape;282;p17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1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84" name="Google Shape;284;p1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" name="Google Shape;287;p1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onvolutional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eural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294" name="Google Shape;294;p18"/>
          <p:cNvGrpSpPr/>
          <p:nvPr/>
        </p:nvGrpSpPr>
        <p:grpSpPr>
          <a:xfrm>
            <a:off x="309193" y="903960"/>
            <a:ext cx="5192466" cy="1629919"/>
            <a:chOff x="309193" y="903960"/>
            <a:chExt cx="5192466" cy="1629919"/>
          </a:xfrm>
        </p:grpSpPr>
        <p:sp>
          <p:nvSpPr>
            <p:cNvPr id="295" name="Google Shape;295;p18"/>
            <p:cNvSpPr/>
            <p:nvPr/>
          </p:nvSpPr>
          <p:spPr>
            <a:xfrm>
              <a:off x="309193" y="903960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6" name="Google Shape;296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098194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65752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644827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948194"/>
              <a:ext cx="50800" cy="7093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18"/>
            <p:cNvSpPr/>
            <p:nvPr/>
          </p:nvSpPr>
          <p:spPr>
            <a:xfrm>
              <a:off x="309193" y="1142466"/>
              <a:ext cx="5142230" cy="566420"/>
            </a:xfrm>
            <a:custGeom>
              <a:avLst/>
              <a:gdLst/>
              <a:ahLst/>
              <a:cxnLst/>
              <a:rect l="l" t="t" r="r" b="b"/>
              <a:pathLst>
                <a:path w="5142230" h="566419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515060"/>
                  </a:lnTo>
                  <a:lnTo>
                    <a:pt x="4008" y="534785"/>
                  </a:lnTo>
                  <a:lnTo>
                    <a:pt x="14922" y="550938"/>
                  </a:lnTo>
                  <a:lnTo>
                    <a:pt x="31075" y="561852"/>
                  </a:lnTo>
                  <a:lnTo>
                    <a:pt x="50800" y="565861"/>
                  </a:lnTo>
                  <a:lnTo>
                    <a:pt x="5090865" y="565861"/>
                  </a:lnTo>
                  <a:lnTo>
                    <a:pt x="5110590" y="561852"/>
                  </a:lnTo>
                  <a:lnTo>
                    <a:pt x="5126743" y="550938"/>
                  </a:lnTo>
                  <a:lnTo>
                    <a:pt x="5137657" y="534785"/>
                  </a:lnTo>
                  <a:lnTo>
                    <a:pt x="5141666" y="51506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5450859" y="986285"/>
              <a:ext cx="0" cy="690880"/>
            </a:xfrm>
            <a:custGeom>
              <a:avLst/>
              <a:gdLst/>
              <a:ahLst/>
              <a:cxnLst/>
              <a:rect l="l" t="t" r="r" b="b"/>
              <a:pathLst>
                <a:path w="120000" h="690880" extrusionOk="0">
                  <a:moveTo>
                    <a:pt x="0" y="69029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5450859" y="9735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5450859" y="9608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5450859" y="9481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5450859" y="929134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309193" y="186025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1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07" name="Google Shape;307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09193" y="205449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9994" y="243227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1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10794" y="2419578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1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450859" y="1904491"/>
              <a:ext cx="50800" cy="5277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18"/>
            <p:cNvSpPr/>
            <p:nvPr/>
          </p:nvSpPr>
          <p:spPr>
            <a:xfrm>
              <a:off x="309193" y="2098768"/>
              <a:ext cx="5142230" cy="384810"/>
            </a:xfrm>
            <a:custGeom>
              <a:avLst/>
              <a:gdLst/>
              <a:ahLst/>
              <a:cxnLst/>
              <a:rect l="l" t="t" r="r" b="b"/>
              <a:pathLst>
                <a:path w="5142230" h="38481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3509"/>
                  </a:lnTo>
                  <a:lnTo>
                    <a:pt x="4008" y="353234"/>
                  </a:lnTo>
                  <a:lnTo>
                    <a:pt x="14922" y="369387"/>
                  </a:lnTo>
                  <a:lnTo>
                    <a:pt x="31075" y="380301"/>
                  </a:lnTo>
                  <a:lnTo>
                    <a:pt x="50800" y="384310"/>
                  </a:lnTo>
                  <a:lnTo>
                    <a:pt x="5090865" y="384310"/>
                  </a:lnTo>
                  <a:lnTo>
                    <a:pt x="5110590" y="380301"/>
                  </a:lnTo>
                  <a:lnTo>
                    <a:pt x="5126743" y="369387"/>
                  </a:lnTo>
                  <a:lnTo>
                    <a:pt x="5137657" y="353234"/>
                  </a:lnTo>
                  <a:lnTo>
                    <a:pt x="5141666" y="333509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F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5450859" y="1942587"/>
              <a:ext cx="0" cy="509270"/>
            </a:xfrm>
            <a:custGeom>
              <a:avLst/>
              <a:gdLst/>
              <a:ahLst/>
              <a:cxnLst/>
              <a:rect l="l" t="t" r="r" b="b"/>
              <a:pathLst>
                <a:path w="120000" h="509269" extrusionOk="0">
                  <a:moveTo>
                    <a:pt x="0" y="50874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5450859" y="19298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5450859" y="19171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5450859" y="19044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5450859" y="188543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8"/>
          <p:cNvSpPr txBox="1"/>
          <p:nvPr/>
        </p:nvSpPr>
        <p:spPr>
          <a:xfrm>
            <a:off x="347294" y="833203"/>
            <a:ext cx="5065395" cy="161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Convolutional Neural Network (CNN) is a specialized type of deep neural network designed to process data with a grid-like topology, such as images, where spatial relationships between data points are important.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40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ore</a:t>
            </a: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40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nsight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CNNs mimic the visual cortex by detecting simple patterns (edges, corners) in early layers and combining them into complex objects (faces, cars) in deeper layers.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1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19" name="Google Shape;319;p1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2" name="Google Shape;322;p1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onvolutional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etworks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329" name="Google Shape;329;p19"/>
          <p:cNvGrpSpPr/>
          <p:nvPr/>
        </p:nvGrpSpPr>
        <p:grpSpPr>
          <a:xfrm>
            <a:off x="309193" y="1004785"/>
            <a:ext cx="5192466" cy="1377862"/>
            <a:chOff x="309193" y="1004785"/>
            <a:chExt cx="5192466" cy="1377862"/>
          </a:xfrm>
        </p:grpSpPr>
        <p:sp>
          <p:nvSpPr>
            <p:cNvPr id="330" name="Google Shape;330;p19"/>
            <p:cNvSpPr/>
            <p:nvPr/>
          </p:nvSpPr>
          <p:spPr>
            <a:xfrm>
              <a:off x="309193" y="1004785"/>
              <a:ext cx="5142230" cy="208915"/>
            </a:xfrm>
            <a:custGeom>
              <a:avLst/>
              <a:gdLst/>
              <a:ahLst/>
              <a:cxnLst/>
              <a:rect l="l" t="t" r="r" b="b"/>
              <a:pathLst>
                <a:path w="5142230" h="208915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8911"/>
                  </a:lnTo>
                  <a:lnTo>
                    <a:pt x="5141666" y="208911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201038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228104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226834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1049020"/>
              <a:ext cx="50800" cy="1232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19"/>
            <p:cNvSpPr/>
            <p:nvPr/>
          </p:nvSpPr>
          <p:spPr>
            <a:xfrm>
              <a:off x="309193" y="1245311"/>
              <a:ext cx="5142230" cy="1087120"/>
            </a:xfrm>
            <a:custGeom>
              <a:avLst/>
              <a:gdLst/>
              <a:ahLst/>
              <a:cxnLst/>
              <a:rect l="l" t="t" r="r" b="b"/>
              <a:pathLst>
                <a:path w="5142230" h="108712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035735"/>
                  </a:lnTo>
                  <a:lnTo>
                    <a:pt x="4008" y="1055460"/>
                  </a:lnTo>
                  <a:lnTo>
                    <a:pt x="14922" y="1071613"/>
                  </a:lnTo>
                  <a:lnTo>
                    <a:pt x="31075" y="1082527"/>
                  </a:lnTo>
                  <a:lnTo>
                    <a:pt x="50800" y="1086536"/>
                  </a:lnTo>
                  <a:lnTo>
                    <a:pt x="5090865" y="1086536"/>
                  </a:lnTo>
                  <a:lnTo>
                    <a:pt x="5110590" y="1082527"/>
                  </a:lnTo>
                  <a:lnTo>
                    <a:pt x="5126743" y="1071613"/>
                  </a:lnTo>
                  <a:lnTo>
                    <a:pt x="5137657" y="1055460"/>
                  </a:lnTo>
                  <a:lnTo>
                    <a:pt x="5141666" y="103573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5450859" y="1087105"/>
              <a:ext cx="0" cy="1213485"/>
            </a:xfrm>
            <a:custGeom>
              <a:avLst/>
              <a:gdLst/>
              <a:ahLst/>
              <a:cxnLst/>
              <a:rect l="l" t="t" r="r" b="b"/>
              <a:pathLst>
                <a:path w="120000" h="1213485" extrusionOk="0">
                  <a:moveTo>
                    <a:pt x="0" y="1212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5450859" y="10744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5450859" y="10617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5450859" y="10490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5450859" y="1029955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1" name="Google Shape;341;p1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29951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52093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1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174235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1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19637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19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1852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6" name="Google Shape;346;p19"/>
          <p:cNvSpPr txBox="1"/>
          <p:nvPr/>
        </p:nvSpPr>
        <p:spPr>
          <a:xfrm>
            <a:off x="347294" y="968486"/>
            <a:ext cx="4699500" cy="12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hy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mages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Translation Invariance: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Object recognition regardless of position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Local Patterns: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Detect edges, textures, and shapes locally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Hierarchical Features: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Low-level 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Mid-level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High-level features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Parameter Efficiency: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Fewer parameters than fully connected networks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Computational Efficiency: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Parallel processing of convolutions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7" name="Google Shape;347;p1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48" name="Google Shape;348;p1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1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CNN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mages</a:t>
            </a:r>
            <a:r>
              <a:rPr lang="en-US">
                <a:solidFill>
                  <a:srgbClr val="FFFFFF"/>
                </a:solidFill>
              </a:rPr>
              <a:t> - L</a:t>
            </a:r>
            <a:r>
              <a:rPr lang="en-US" cap="small">
                <a:solidFill>
                  <a:srgbClr val="FFFFFF"/>
                </a:solidFill>
              </a:rPr>
              <a:t>ocality</a:t>
            </a:r>
            <a:endParaRPr/>
          </a:p>
        </p:txBody>
      </p:sp>
      <p:grpSp>
        <p:nvGrpSpPr>
          <p:cNvPr id="358" name="Google Shape;358;p20"/>
          <p:cNvGrpSpPr/>
          <p:nvPr/>
        </p:nvGrpSpPr>
        <p:grpSpPr>
          <a:xfrm>
            <a:off x="0" y="668553"/>
            <a:ext cx="5760261" cy="2565458"/>
            <a:chOff x="0" y="668553"/>
            <a:chExt cx="5760261" cy="2565458"/>
          </a:xfrm>
        </p:grpSpPr>
        <p:pic>
          <p:nvPicPr>
            <p:cNvPr id="359" name="Google Shape;359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6685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6924" y="1667916"/>
              <a:ext cx="3366135" cy="988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2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4" name="Google Shape;364;p20"/>
          <p:cNvSpPr txBox="1"/>
          <p:nvPr/>
        </p:nvSpPr>
        <p:spPr>
          <a:xfrm>
            <a:off x="644626" y="591024"/>
            <a:ext cx="337502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Some patterns are much smaller than the whole image.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r>
              <a:rPr lang="en-US"/>
              <a:t> / 153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347294" y="2808397"/>
            <a:ext cx="129222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CNN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mages</a:t>
            </a:r>
            <a:r>
              <a:rPr lang="en-US">
                <a:solidFill>
                  <a:srgbClr val="FFFFFF"/>
                </a:solidFill>
              </a:rPr>
              <a:t> - L</a:t>
            </a:r>
            <a:r>
              <a:rPr lang="en-US" cap="small">
                <a:solidFill>
                  <a:srgbClr val="FFFFFF"/>
                </a:solidFill>
              </a:rPr>
              <a:t>ocality</a:t>
            </a:r>
            <a:endParaRPr/>
          </a:p>
        </p:txBody>
      </p:sp>
      <p:grpSp>
        <p:nvGrpSpPr>
          <p:cNvPr id="373" name="Google Shape;373;p21"/>
          <p:cNvGrpSpPr/>
          <p:nvPr/>
        </p:nvGrpSpPr>
        <p:grpSpPr>
          <a:xfrm>
            <a:off x="309193" y="584898"/>
            <a:ext cx="5192466" cy="803555"/>
            <a:chOff x="309193" y="584898"/>
            <a:chExt cx="5192466" cy="803555"/>
          </a:xfrm>
        </p:grpSpPr>
        <p:pic>
          <p:nvPicPr>
            <p:cNvPr id="374" name="Google Shape;374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8489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21"/>
            <p:cNvSpPr/>
            <p:nvPr/>
          </p:nvSpPr>
          <p:spPr>
            <a:xfrm>
              <a:off x="309193" y="1094358"/>
              <a:ext cx="5142230" cy="82550"/>
            </a:xfrm>
            <a:custGeom>
              <a:avLst/>
              <a:gdLst/>
              <a:ahLst/>
              <a:cxnLst/>
              <a:rect l="l" t="t" r="r" b="b"/>
              <a:pathLst>
                <a:path w="5142230" h="8255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141666" y="82384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76" name="Google Shape;376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28685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74152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1144930"/>
              <a:ext cx="50800" cy="1419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21"/>
            <p:cNvSpPr/>
            <p:nvPr/>
          </p:nvSpPr>
          <p:spPr>
            <a:xfrm>
              <a:off x="309193" y="1138790"/>
              <a:ext cx="5142230" cy="199390"/>
            </a:xfrm>
            <a:custGeom>
              <a:avLst/>
              <a:gdLst/>
              <a:ahLst/>
              <a:cxnLst/>
              <a:rect l="l" t="t" r="r" b="b"/>
              <a:pathLst>
                <a:path w="5142230" h="19939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48062"/>
                  </a:lnTo>
                  <a:lnTo>
                    <a:pt x="4008" y="167787"/>
                  </a:lnTo>
                  <a:lnTo>
                    <a:pt x="14922" y="183940"/>
                  </a:lnTo>
                  <a:lnTo>
                    <a:pt x="31075" y="194854"/>
                  </a:lnTo>
                  <a:lnTo>
                    <a:pt x="50800" y="198863"/>
                  </a:lnTo>
                  <a:lnTo>
                    <a:pt x="5090865" y="198863"/>
                  </a:lnTo>
                  <a:lnTo>
                    <a:pt x="5110590" y="194854"/>
                  </a:lnTo>
                  <a:lnTo>
                    <a:pt x="5126743" y="183940"/>
                  </a:lnTo>
                  <a:lnTo>
                    <a:pt x="5137657" y="167787"/>
                  </a:lnTo>
                  <a:lnTo>
                    <a:pt x="5141666" y="148062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5450859" y="1183027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w="120000" h="123190" extrusionOk="0">
                  <a:moveTo>
                    <a:pt x="0" y="12287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5450859" y="11703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5450859" y="11576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5450859" y="11449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5450859" y="1125877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" name="Google Shape;385;p21"/>
          <p:cNvSpPr txBox="1"/>
          <p:nvPr/>
        </p:nvSpPr>
        <p:spPr>
          <a:xfrm>
            <a:off x="644626" y="507369"/>
            <a:ext cx="337502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Some patterns are much smaller than the whole image.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347294" y="1113477"/>
            <a:ext cx="433959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neuron does not have to see the whole image to discover the pattern.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7" name="Google Shape;387;p21"/>
          <p:cNvGrpSpPr/>
          <p:nvPr/>
        </p:nvGrpSpPr>
        <p:grpSpPr>
          <a:xfrm>
            <a:off x="0" y="1794395"/>
            <a:ext cx="5760261" cy="1439616"/>
            <a:chOff x="0" y="1794395"/>
            <a:chExt cx="5760261" cy="1439616"/>
          </a:xfrm>
        </p:grpSpPr>
        <p:pic>
          <p:nvPicPr>
            <p:cNvPr id="388" name="Google Shape;388;p2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196924" y="1794395"/>
              <a:ext cx="3366135" cy="988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2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" name="Google Shape;392;p21"/>
          <p:cNvSpPr txBox="1"/>
          <p:nvPr/>
        </p:nvSpPr>
        <p:spPr>
          <a:xfrm>
            <a:off x="347294" y="2937574"/>
            <a:ext cx="1292225" cy="16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702" y="617397"/>
            <a:ext cx="69291" cy="6929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2"/>
          <p:cNvSpPr txBox="1"/>
          <p:nvPr/>
        </p:nvSpPr>
        <p:spPr>
          <a:xfrm>
            <a:off x="95300" y="109545"/>
            <a:ext cx="532892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1700" cap="small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hy</a:t>
            </a:r>
            <a:r>
              <a:rPr lang="en-US" sz="17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CNN </a:t>
            </a:r>
            <a:r>
              <a:rPr lang="en-US" sz="1700" cap="small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17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700" cap="small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mages</a:t>
            </a:r>
            <a:r>
              <a:rPr lang="en-US" sz="17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- T</a:t>
            </a:r>
            <a:r>
              <a:rPr lang="en-US" sz="1700" cap="small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ranslation</a:t>
            </a:r>
            <a:r>
              <a:rPr lang="en-US" sz="17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700" cap="small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nvariance</a:t>
            </a:r>
            <a:endParaRPr sz="17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61975" lvl="0" indent="0" algn="l" rtl="0">
              <a:lnSpc>
                <a:spcPct val="100000"/>
              </a:lnSpc>
              <a:spcBef>
                <a:spcPts val="1355"/>
              </a:spcBef>
              <a:spcAft>
                <a:spcPts val="0"/>
              </a:spcAft>
              <a:buNone/>
            </a:pPr>
            <a:r>
              <a:rPr lang="en-US" sz="1050" dirty="0">
                <a:latin typeface="Arial"/>
                <a:ea typeface="Arial"/>
                <a:cs typeface="Arial"/>
                <a:sym typeface="Arial"/>
              </a:rPr>
              <a:t>Same pattern may appear in different regions.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22"/>
          <p:cNvGrpSpPr/>
          <p:nvPr/>
        </p:nvGrpSpPr>
        <p:grpSpPr>
          <a:xfrm>
            <a:off x="0" y="858824"/>
            <a:ext cx="5760261" cy="2375187"/>
            <a:chOff x="0" y="858824"/>
            <a:chExt cx="5760261" cy="2375187"/>
          </a:xfrm>
        </p:grpSpPr>
        <p:pic>
          <p:nvPicPr>
            <p:cNvPr id="402" name="Google Shape;402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02639" y="858824"/>
              <a:ext cx="3354704" cy="1874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2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6" name="Google Shape;406;p22"/>
          <p:cNvSpPr txBox="1"/>
          <p:nvPr/>
        </p:nvSpPr>
        <p:spPr>
          <a:xfrm>
            <a:off x="347294" y="2937574"/>
            <a:ext cx="1292225" cy="16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CNN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mages</a:t>
            </a:r>
            <a:r>
              <a:rPr lang="en-US">
                <a:solidFill>
                  <a:srgbClr val="FFFFFF"/>
                </a:solidFill>
              </a:rPr>
              <a:t> - S</a:t>
            </a:r>
            <a:r>
              <a:rPr lang="en-US" cap="small">
                <a:solidFill>
                  <a:srgbClr val="FFFFFF"/>
                </a:solidFill>
              </a:rPr>
              <a:t>cale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nvariance</a:t>
            </a:r>
            <a:endParaRPr/>
          </a:p>
        </p:txBody>
      </p:sp>
      <p:grpSp>
        <p:nvGrpSpPr>
          <p:cNvPr id="414" name="Google Shape;414;p23"/>
          <p:cNvGrpSpPr/>
          <p:nvPr/>
        </p:nvGrpSpPr>
        <p:grpSpPr>
          <a:xfrm>
            <a:off x="513702" y="746582"/>
            <a:ext cx="4240885" cy="1879028"/>
            <a:chOff x="513702" y="746582"/>
            <a:chExt cx="4240885" cy="1879028"/>
          </a:xfrm>
        </p:grpSpPr>
        <p:pic>
          <p:nvPicPr>
            <p:cNvPr id="415" name="Google Shape;415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465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02727" y="899426"/>
              <a:ext cx="3451860" cy="128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3348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8" name="Google Shape;418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5563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9" name="Google Shape;419;p23"/>
          <p:cNvSpPr txBox="1"/>
          <p:nvPr/>
        </p:nvSpPr>
        <p:spPr>
          <a:xfrm>
            <a:off x="644626" y="669053"/>
            <a:ext cx="308229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Sub-sampling the pixels will not change the object.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347294" y="2264818"/>
            <a:ext cx="3620100" cy="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We can sub-sample the image to make it smaller.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Less parameters for the network to process the image.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2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22" name="Google Shape;422;p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5" name="Google Shape;425;p2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"/>
          <p:cNvSpPr txBox="1"/>
          <p:nvPr/>
        </p:nvSpPr>
        <p:spPr>
          <a:xfrm>
            <a:off x="95300" y="109545"/>
            <a:ext cx="189611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2" name="Google Shape;432;p24"/>
          <p:cNvGrpSpPr/>
          <p:nvPr/>
        </p:nvGrpSpPr>
        <p:grpSpPr>
          <a:xfrm>
            <a:off x="0" y="463676"/>
            <a:ext cx="5760261" cy="2770335"/>
            <a:chOff x="0" y="463676"/>
            <a:chExt cx="5760261" cy="2770335"/>
          </a:xfrm>
        </p:grpSpPr>
        <p:pic>
          <p:nvPicPr>
            <p:cNvPr id="433" name="Google Shape;433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08366" y="463676"/>
              <a:ext cx="3143250" cy="2409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2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7" name="Google Shape;437;p24"/>
          <p:cNvSpPr txBox="1"/>
          <p:nvPr/>
        </p:nvSpPr>
        <p:spPr>
          <a:xfrm>
            <a:off x="347294" y="2965197"/>
            <a:ext cx="1292225" cy="16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4913A3-6033-3E31-331E-78A0F5BCD17C}"/>
                  </a:ext>
                </a:extLst>
              </p14:cNvPr>
              <p14:cNvContentPartPr/>
              <p14:nvPr/>
            </p14:nvContentPartPr>
            <p14:xfrm>
              <a:off x="29160" y="536040"/>
              <a:ext cx="5635800" cy="2583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4913A3-6033-3E31-331E-78A0F5BCD1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800" y="526680"/>
                <a:ext cx="5654520" cy="260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2" name="Google Shape;3622;p1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"/>
            <a:ext cx="5759866" cy="3239902"/>
          </a:xfrm>
          <a:prstGeom prst="rect">
            <a:avLst/>
          </a:prstGeom>
          <a:noFill/>
          <a:ln>
            <a:noFill/>
          </a:ln>
        </p:spPr>
      </p:pic>
      <p:sp>
        <p:nvSpPr>
          <p:cNvPr id="3623" name="Google Shape;3623;p15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</a:t>
            </a:r>
            <a:r>
              <a:rPr lang="en-US" cap="small"/>
              <a:t>eferences</a:t>
            </a:r>
            <a:endParaRPr/>
          </a:p>
        </p:txBody>
      </p:sp>
      <p:grpSp>
        <p:nvGrpSpPr>
          <p:cNvPr id="3624" name="Google Shape;3624;p153"/>
          <p:cNvGrpSpPr/>
          <p:nvPr/>
        </p:nvGrpSpPr>
        <p:grpSpPr>
          <a:xfrm>
            <a:off x="0" y="662012"/>
            <a:ext cx="5760261" cy="2571999"/>
            <a:chOff x="0" y="662012"/>
            <a:chExt cx="5760261" cy="2571999"/>
          </a:xfrm>
        </p:grpSpPr>
        <p:pic>
          <p:nvPicPr>
            <p:cNvPr id="3625" name="Google Shape;3625;p15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6620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6" name="Google Shape;3626;p15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0270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7" name="Google Shape;3627;p15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22010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8" name="Google Shape;3628;p15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851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9" name="Google Shape;3629;p15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9502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0" name="Google Shape;3630;p15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3153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1" name="Google Shape;3631;p15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68043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2" name="Google Shape;3632;p15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15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15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5" name="Google Shape;3635;p153"/>
          <p:cNvSpPr txBox="1"/>
          <p:nvPr/>
        </p:nvSpPr>
        <p:spPr>
          <a:xfrm>
            <a:off x="644626" y="573997"/>
            <a:ext cx="4768215" cy="238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449580" lvl="0" indent="0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Zhang, A., Lipton, Z. C., Li, M., &amp; Smola, A. J. (2023).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Dive into deep learning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 Cambridge University Press. Chapters 6 and 7.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414019" lvl="0" indent="0" algn="l" rtl="0">
              <a:lnSpc>
                <a:spcPct val="126099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Goodfellow, I., Bengio, Y., Courville, A. (2016).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 MIT Press. LeCun, Y., Bottou, L., Bengio, Y., &amp; Haffner, P. (1998). Gradient-based learning applied to document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, 86(11), 2278-2324.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Krizhevsky, A., Sutskever, I., &amp; Hinton, G. E. (2012). ImageNet classification with deep convolutional neural networks.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Advances in NIPS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48640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Simonyan, K., &amp; Zisserman, A. (2014). Very deep convolutional networks for large-scale image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arXiv preprint arXiv:1409.1556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97790" lvl="0" indent="0" algn="l" rtl="0">
              <a:lnSpc>
                <a:spcPct val="1189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Szegedy, C., et al. (2015). Going deeper with convolutions.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 CVPR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464819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He, K., Zhang, X., Ren, S., &amp; Sun, J. (2016). Deep residual learning for image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 CVPR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6" name="Google Shape;3636;p15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15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85681d36855125f377b21b6e3ce08e02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62e79bbd806a0927d6c21365104fad4a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59DD15D5-E1E7-4ACD-9901-798B8EF2E847}"/>
</file>

<file path=customXml/itemProps2.xml><?xml version="1.0" encoding="utf-8"?>
<ds:datastoreItem xmlns:ds="http://schemas.openxmlformats.org/officeDocument/2006/customXml" ds:itemID="{1FB212EF-09DB-4E3F-981A-A52681DB2DDC}"/>
</file>

<file path=customXml/itemProps3.xml><?xml version="1.0" encoding="utf-8"?>
<ds:datastoreItem xmlns:ds="http://schemas.openxmlformats.org/officeDocument/2006/customXml" ds:itemID="{914EE83C-47FD-4979-B0D3-D9E9E0565292}"/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889</Words>
  <Application>Microsoft Office PowerPoint</Application>
  <PresentationFormat>Custom</PresentationFormat>
  <Paragraphs>176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Table of Contents</vt:lpstr>
      <vt:lpstr>PowerPoint Presentation</vt:lpstr>
      <vt:lpstr>PowerPoint Presentation</vt:lpstr>
      <vt:lpstr>PowerPoint Presentation</vt:lpstr>
      <vt:lpstr>PowerPoint Presentation</vt:lpstr>
      <vt:lpstr>Table of Contents</vt:lpstr>
      <vt:lpstr>Digital Grayscale Image</vt:lpstr>
      <vt:lpstr>PowerPoint Presentation</vt:lpstr>
      <vt:lpstr>PowerPoint Presentation</vt:lpstr>
      <vt:lpstr>PowerPoint Presentation</vt:lpstr>
      <vt:lpstr>Image Classification - Challenges</vt:lpstr>
      <vt:lpstr>PowerPoint Presentation</vt:lpstr>
      <vt:lpstr>Image Equivariance - Challenges</vt:lpstr>
      <vt:lpstr>PowerPoint Presentation</vt:lpstr>
      <vt:lpstr>Table of Contents</vt:lpstr>
      <vt:lpstr>What is a Convolutional Neural Network?</vt:lpstr>
      <vt:lpstr>Why Convolutional Networks?</vt:lpstr>
      <vt:lpstr>Why CNN for Images - Locality</vt:lpstr>
      <vt:lpstr>Why CNN for Images - Locality</vt:lpstr>
      <vt:lpstr>PowerPoint Presentation</vt:lpstr>
      <vt:lpstr>Why CNN for Images - Scale Invariance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Neha Vinayak .</cp:lastModifiedBy>
  <cp:revision>4</cp:revision>
  <dcterms:created xsi:type="dcterms:W3CDTF">2025-12-09T13:51:45Z</dcterms:created>
  <dcterms:modified xsi:type="dcterms:W3CDTF">2025-12-14T07:15:45Z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2025-12-09T00:00:00Z</vt:filetime>
  </property>
  <property fmtid="{D5CDD505-2E9C-101B-9397-08002B2CF9AE}" pid="5" name="PTEX.Fullbanner">
    <vt:lpwstr>This is pdfTeX, Version 3.14159265-2.6-1.40.20 (TeX Live 2019/Debian) kpathsea version 6.3.1</vt:lpwstr>
  </property>
  <property fmtid="{D5CDD505-2E9C-101B-9397-08002B2CF9AE}" pid="6" name="Producer">
    <vt:lpwstr>pdfTeX-1.40.20</vt:lpwstr>
  </property>
  <property fmtid="{D5CDD505-2E9C-101B-9397-08002B2CF9AE}" pid="7" name="ContentTypeId">
    <vt:lpwstr>0x0101000A75E3588147654284604D4E812B6D70</vt:lpwstr>
  </property>
</Properties>
</file>